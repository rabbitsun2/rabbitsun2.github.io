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896" y="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2500-A200-4AA0-A895-62A685F7194B}" type="datetimeFigureOut">
              <a:rPr lang="ko-KR" altLang="en-US" smtClean="0"/>
              <a:t>2022-09-11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FE195-826F-4A7D-85F5-28A43005BA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262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2500-A200-4AA0-A895-62A685F7194B}" type="datetimeFigureOut">
              <a:rPr lang="ko-KR" altLang="en-US" smtClean="0"/>
              <a:t>2022-09-11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FE195-826F-4A7D-85F5-28A43005BA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576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2500-A200-4AA0-A895-62A685F7194B}" type="datetimeFigureOut">
              <a:rPr lang="ko-KR" altLang="en-US" smtClean="0"/>
              <a:t>2022-09-11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FE195-826F-4A7D-85F5-28A43005BA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6662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2500-A200-4AA0-A895-62A685F7194B}" type="datetimeFigureOut">
              <a:rPr lang="ko-KR" altLang="en-US" smtClean="0"/>
              <a:t>2022-09-11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FE195-826F-4A7D-85F5-28A43005BA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4440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2500-A200-4AA0-A895-62A685F7194B}" type="datetimeFigureOut">
              <a:rPr lang="ko-KR" altLang="en-US" smtClean="0"/>
              <a:t>2022-09-11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FE195-826F-4A7D-85F5-28A43005BA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850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2500-A200-4AA0-A895-62A685F7194B}" type="datetimeFigureOut">
              <a:rPr lang="ko-KR" altLang="en-US" smtClean="0"/>
              <a:t>2022-09-11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FE195-826F-4A7D-85F5-28A43005BA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266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2500-A200-4AA0-A895-62A685F7194B}" type="datetimeFigureOut">
              <a:rPr lang="ko-KR" altLang="en-US" smtClean="0"/>
              <a:t>2022-09-11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FE195-826F-4A7D-85F5-28A43005BA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3577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2500-A200-4AA0-A895-62A685F7194B}" type="datetimeFigureOut">
              <a:rPr lang="ko-KR" altLang="en-US" smtClean="0"/>
              <a:t>2022-09-11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FE195-826F-4A7D-85F5-28A43005BA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234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2500-A200-4AA0-A895-62A685F7194B}" type="datetimeFigureOut">
              <a:rPr lang="ko-KR" altLang="en-US" smtClean="0"/>
              <a:t>2022-09-11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FE195-826F-4A7D-85F5-28A43005BA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4127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2500-A200-4AA0-A895-62A685F7194B}" type="datetimeFigureOut">
              <a:rPr lang="ko-KR" altLang="en-US" smtClean="0"/>
              <a:t>2022-09-11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FE195-826F-4A7D-85F5-28A43005BA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1382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2500-A200-4AA0-A895-62A685F7194B}" type="datetimeFigureOut">
              <a:rPr lang="ko-KR" altLang="en-US" smtClean="0"/>
              <a:t>2022-09-11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FE195-826F-4A7D-85F5-28A43005BA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2430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022500-A200-4AA0-A895-62A685F7194B}" type="datetimeFigureOut">
              <a:rPr lang="ko-KR" altLang="en-US" smtClean="0"/>
              <a:t>2022-09-11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BFE195-826F-4A7D-85F5-28A43005BA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2007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63" y="2730808"/>
            <a:ext cx="2922471" cy="2148438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665563" y="4971525"/>
            <a:ext cx="2922471" cy="24328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b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프레스 기계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2712" y="2319747"/>
            <a:ext cx="3543316" cy="1767294"/>
          </a:xfrm>
          <a:prstGeom prst="rect">
            <a:avLst/>
          </a:prstGeom>
        </p:spPr>
      </p:pic>
      <p:sp>
        <p:nvSpPr>
          <p:cNvPr id="19" name="직사각형 18"/>
          <p:cNvSpPr/>
          <p:nvPr/>
        </p:nvSpPr>
        <p:spPr>
          <a:xfrm>
            <a:off x="4054685" y="4208127"/>
            <a:ext cx="3361343" cy="24328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사출 기계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510" y="886086"/>
            <a:ext cx="3313202" cy="1433662"/>
          </a:xfrm>
          <a:prstGeom prst="rect">
            <a:avLst/>
          </a:prstGeom>
        </p:spPr>
      </p:pic>
      <p:sp>
        <p:nvSpPr>
          <p:cNvPr id="22" name="자유형 21"/>
          <p:cNvSpPr/>
          <p:nvPr/>
        </p:nvSpPr>
        <p:spPr>
          <a:xfrm>
            <a:off x="3682927" y="2287046"/>
            <a:ext cx="931178" cy="805343"/>
          </a:xfrm>
          <a:custGeom>
            <a:avLst/>
            <a:gdLst>
              <a:gd name="connsiteX0" fmla="*/ 0 w 931178"/>
              <a:gd name="connsiteY0" fmla="*/ 0 h 805343"/>
              <a:gd name="connsiteX1" fmla="*/ 243281 w 931178"/>
              <a:gd name="connsiteY1" fmla="*/ 8389 h 805343"/>
              <a:gd name="connsiteX2" fmla="*/ 285226 w 931178"/>
              <a:gd name="connsiteY2" fmla="*/ 75501 h 805343"/>
              <a:gd name="connsiteX3" fmla="*/ 310393 w 931178"/>
              <a:gd name="connsiteY3" fmla="*/ 142613 h 805343"/>
              <a:gd name="connsiteX4" fmla="*/ 335560 w 931178"/>
              <a:gd name="connsiteY4" fmla="*/ 226503 h 805343"/>
              <a:gd name="connsiteX5" fmla="*/ 327171 w 931178"/>
              <a:gd name="connsiteY5" fmla="*/ 268448 h 805343"/>
              <a:gd name="connsiteX6" fmla="*/ 302004 w 931178"/>
              <a:gd name="connsiteY6" fmla="*/ 276837 h 805343"/>
              <a:gd name="connsiteX7" fmla="*/ 276837 w 931178"/>
              <a:gd name="connsiteY7" fmla="*/ 293615 h 805343"/>
              <a:gd name="connsiteX8" fmla="*/ 260059 w 931178"/>
              <a:gd name="connsiteY8" fmla="*/ 268448 h 805343"/>
              <a:gd name="connsiteX9" fmla="*/ 335560 w 931178"/>
              <a:gd name="connsiteY9" fmla="*/ 209725 h 805343"/>
              <a:gd name="connsiteX10" fmla="*/ 369116 w 931178"/>
              <a:gd name="connsiteY10" fmla="*/ 201336 h 805343"/>
              <a:gd name="connsiteX11" fmla="*/ 478173 w 931178"/>
              <a:gd name="connsiteY11" fmla="*/ 209725 h 805343"/>
              <a:gd name="connsiteX12" fmla="*/ 503340 w 931178"/>
              <a:gd name="connsiteY12" fmla="*/ 218114 h 805343"/>
              <a:gd name="connsiteX13" fmla="*/ 570451 w 931178"/>
              <a:gd name="connsiteY13" fmla="*/ 293615 h 805343"/>
              <a:gd name="connsiteX14" fmla="*/ 528506 w 931178"/>
              <a:gd name="connsiteY14" fmla="*/ 494950 h 805343"/>
              <a:gd name="connsiteX15" fmla="*/ 436228 w 931178"/>
              <a:gd name="connsiteY15" fmla="*/ 486561 h 805343"/>
              <a:gd name="connsiteX16" fmla="*/ 427839 w 931178"/>
              <a:gd name="connsiteY16" fmla="*/ 461394 h 805343"/>
              <a:gd name="connsiteX17" fmla="*/ 453006 w 931178"/>
              <a:gd name="connsiteY17" fmla="*/ 453006 h 805343"/>
              <a:gd name="connsiteX18" fmla="*/ 478173 w 931178"/>
              <a:gd name="connsiteY18" fmla="*/ 436228 h 805343"/>
              <a:gd name="connsiteX19" fmla="*/ 604007 w 931178"/>
              <a:gd name="connsiteY19" fmla="*/ 444617 h 805343"/>
              <a:gd name="connsiteX20" fmla="*/ 654341 w 931178"/>
              <a:gd name="connsiteY20" fmla="*/ 461394 h 805343"/>
              <a:gd name="connsiteX21" fmla="*/ 721453 w 931178"/>
              <a:gd name="connsiteY21" fmla="*/ 478172 h 805343"/>
              <a:gd name="connsiteX22" fmla="*/ 746620 w 931178"/>
              <a:gd name="connsiteY22" fmla="*/ 503339 h 805343"/>
              <a:gd name="connsiteX23" fmla="*/ 771787 w 931178"/>
              <a:gd name="connsiteY23" fmla="*/ 520117 h 805343"/>
              <a:gd name="connsiteX24" fmla="*/ 805343 w 931178"/>
              <a:gd name="connsiteY24" fmla="*/ 570451 h 805343"/>
              <a:gd name="connsiteX25" fmla="*/ 864066 w 931178"/>
              <a:gd name="connsiteY25" fmla="*/ 645952 h 805343"/>
              <a:gd name="connsiteX26" fmla="*/ 880844 w 931178"/>
              <a:gd name="connsiteY26" fmla="*/ 671119 h 805343"/>
              <a:gd name="connsiteX27" fmla="*/ 889233 w 931178"/>
              <a:gd name="connsiteY27" fmla="*/ 696286 h 805343"/>
              <a:gd name="connsiteX28" fmla="*/ 914400 w 931178"/>
              <a:gd name="connsiteY28" fmla="*/ 746620 h 805343"/>
              <a:gd name="connsiteX29" fmla="*/ 922789 w 931178"/>
              <a:gd name="connsiteY29" fmla="*/ 780176 h 805343"/>
              <a:gd name="connsiteX30" fmla="*/ 931178 w 931178"/>
              <a:gd name="connsiteY30" fmla="*/ 805343 h 805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931178" h="805343">
                <a:moveTo>
                  <a:pt x="0" y="0"/>
                </a:moveTo>
                <a:cubicBezTo>
                  <a:pt x="81094" y="2796"/>
                  <a:pt x="162493" y="815"/>
                  <a:pt x="243281" y="8389"/>
                </a:cubicBezTo>
                <a:cubicBezTo>
                  <a:pt x="275301" y="11391"/>
                  <a:pt x="279051" y="56975"/>
                  <a:pt x="285226" y="75501"/>
                </a:cubicBezTo>
                <a:cubicBezTo>
                  <a:pt x="310158" y="150297"/>
                  <a:pt x="270269" y="32271"/>
                  <a:pt x="310393" y="142613"/>
                </a:cubicBezTo>
                <a:cubicBezTo>
                  <a:pt x="326732" y="187546"/>
                  <a:pt x="325545" y="186441"/>
                  <a:pt x="335560" y="226503"/>
                </a:cubicBezTo>
                <a:cubicBezTo>
                  <a:pt x="332764" y="240485"/>
                  <a:pt x="335080" y="256584"/>
                  <a:pt x="327171" y="268448"/>
                </a:cubicBezTo>
                <a:cubicBezTo>
                  <a:pt x="322266" y="275806"/>
                  <a:pt x="309913" y="272882"/>
                  <a:pt x="302004" y="276837"/>
                </a:cubicBezTo>
                <a:cubicBezTo>
                  <a:pt x="292986" y="281346"/>
                  <a:pt x="285226" y="288022"/>
                  <a:pt x="276837" y="293615"/>
                </a:cubicBezTo>
                <a:cubicBezTo>
                  <a:pt x="271244" y="285226"/>
                  <a:pt x="255964" y="277661"/>
                  <a:pt x="260059" y="268448"/>
                </a:cubicBezTo>
                <a:cubicBezTo>
                  <a:pt x="277535" y="229128"/>
                  <a:pt x="302459" y="219182"/>
                  <a:pt x="335560" y="209725"/>
                </a:cubicBezTo>
                <a:cubicBezTo>
                  <a:pt x="346646" y="206558"/>
                  <a:pt x="357931" y="204132"/>
                  <a:pt x="369116" y="201336"/>
                </a:cubicBezTo>
                <a:cubicBezTo>
                  <a:pt x="405468" y="204132"/>
                  <a:pt x="441995" y="205203"/>
                  <a:pt x="478173" y="209725"/>
                </a:cubicBezTo>
                <a:cubicBezTo>
                  <a:pt x="486947" y="210822"/>
                  <a:pt x="496360" y="212685"/>
                  <a:pt x="503340" y="218114"/>
                </a:cubicBezTo>
                <a:cubicBezTo>
                  <a:pt x="543121" y="249055"/>
                  <a:pt x="548025" y="259976"/>
                  <a:pt x="570451" y="293615"/>
                </a:cubicBezTo>
                <a:cubicBezTo>
                  <a:pt x="567388" y="364060"/>
                  <a:pt x="623472" y="494950"/>
                  <a:pt x="528506" y="494950"/>
                </a:cubicBezTo>
                <a:cubicBezTo>
                  <a:pt x="497620" y="494950"/>
                  <a:pt x="466987" y="489357"/>
                  <a:pt x="436228" y="486561"/>
                </a:cubicBezTo>
                <a:cubicBezTo>
                  <a:pt x="433432" y="478172"/>
                  <a:pt x="423884" y="469303"/>
                  <a:pt x="427839" y="461394"/>
                </a:cubicBezTo>
                <a:cubicBezTo>
                  <a:pt x="431794" y="453485"/>
                  <a:pt x="445097" y="456960"/>
                  <a:pt x="453006" y="453006"/>
                </a:cubicBezTo>
                <a:cubicBezTo>
                  <a:pt x="462024" y="448497"/>
                  <a:pt x="469784" y="441821"/>
                  <a:pt x="478173" y="436228"/>
                </a:cubicBezTo>
                <a:cubicBezTo>
                  <a:pt x="520118" y="439024"/>
                  <a:pt x="562392" y="438672"/>
                  <a:pt x="604007" y="444617"/>
                </a:cubicBezTo>
                <a:cubicBezTo>
                  <a:pt x="621515" y="447118"/>
                  <a:pt x="636999" y="457926"/>
                  <a:pt x="654341" y="461394"/>
                </a:cubicBezTo>
                <a:cubicBezTo>
                  <a:pt x="704957" y="471517"/>
                  <a:pt x="682759" y="465274"/>
                  <a:pt x="721453" y="478172"/>
                </a:cubicBezTo>
                <a:cubicBezTo>
                  <a:pt x="729842" y="486561"/>
                  <a:pt x="737506" y="495744"/>
                  <a:pt x="746620" y="503339"/>
                </a:cubicBezTo>
                <a:cubicBezTo>
                  <a:pt x="754365" y="509794"/>
                  <a:pt x="765148" y="512529"/>
                  <a:pt x="771787" y="520117"/>
                </a:cubicBezTo>
                <a:cubicBezTo>
                  <a:pt x="785066" y="535292"/>
                  <a:pt x="791084" y="556192"/>
                  <a:pt x="805343" y="570451"/>
                </a:cubicBezTo>
                <a:cubicBezTo>
                  <a:pt x="844769" y="609877"/>
                  <a:pt x="823929" y="585747"/>
                  <a:pt x="864066" y="645952"/>
                </a:cubicBezTo>
                <a:cubicBezTo>
                  <a:pt x="869659" y="654341"/>
                  <a:pt x="877656" y="661554"/>
                  <a:pt x="880844" y="671119"/>
                </a:cubicBezTo>
                <a:cubicBezTo>
                  <a:pt x="883640" y="679508"/>
                  <a:pt x="885278" y="688377"/>
                  <a:pt x="889233" y="696286"/>
                </a:cubicBezTo>
                <a:cubicBezTo>
                  <a:pt x="913744" y="745307"/>
                  <a:pt x="900343" y="697419"/>
                  <a:pt x="914400" y="746620"/>
                </a:cubicBezTo>
                <a:cubicBezTo>
                  <a:pt x="917567" y="757706"/>
                  <a:pt x="919622" y="769090"/>
                  <a:pt x="922789" y="780176"/>
                </a:cubicBezTo>
                <a:cubicBezTo>
                  <a:pt x="925218" y="788679"/>
                  <a:pt x="931178" y="805343"/>
                  <a:pt x="931178" y="805343"/>
                </a:cubicBezTo>
              </a:path>
            </a:pathLst>
          </a:cu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559510" y="521002"/>
            <a:ext cx="62860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적용 </a:t>
            </a:r>
            <a:r>
              <a:rPr lang="en-US" altLang="ko-KR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1) </a:t>
            </a:r>
            <a:r>
              <a:rPr lang="ko-KR" altLang="en-US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안전 사고 역학 조사 분야 </a:t>
            </a:r>
            <a:r>
              <a:rPr lang="en-US" altLang="ko-KR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초음파 센서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576288" y="815200"/>
            <a:ext cx="7644923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665563" y="5315316"/>
            <a:ext cx="167866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1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그림 </a:t>
            </a:r>
            <a:r>
              <a:rPr lang="en-US" altLang="ko-KR" sz="11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1) </a:t>
            </a:r>
            <a:r>
              <a:rPr lang="ko-KR" altLang="en-US" sz="11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프레스 기계의 예</a:t>
            </a:r>
            <a:endParaRPr lang="ko-KR" altLang="en-US" sz="11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4025512" y="4572493"/>
            <a:ext cx="154561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1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그림 </a:t>
            </a:r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en-US" altLang="ko-KR" sz="11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1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사출 기계의 예</a:t>
            </a:r>
            <a:endParaRPr lang="ko-KR" altLang="en-US" sz="11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5406" y="903440"/>
            <a:ext cx="1609950" cy="124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758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/>
          <p:cNvSpPr/>
          <p:nvPr/>
        </p:nvSpPr>
        <p:spPr>
          <a:xfrm>
            <a:off x="2934974" y="782376"/>
            <a:ext cx="1319270" cy="1199626"/>
          </a:xfrm>
          <a:prstGeom prst="ellipse">
            <a:avLst/>
          </a:prstGeom>
          <a:ln w="76200">
            <a:solidFill>
              <a:srgbClr val="FFC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/>
          <p:cNvGrpSpPr/>
          <p:nvPr/>
        </p:nvGrpSpPr>
        <p:grpSpPr>
          <a:xfrm>
            <a:off x="374308" y="2355272"/>
            <a:ext cx="2878387" cy="1628320"/>
            <a:chOff x="502376" y="3296018"/>
            <a:chExt cx="3543316" cy="2106493"/>
          </a:xfrm>
        </p:grpSpPr>
        <p:pic>
          <p:nvPicPr>
            <p:cNvPr id="18" name="그림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2376" y="3296018"/>
              <a:ext cx="3543316" cy="1767294"/>
            </a:xfrm>
            <a:prstGeom prst="rect">
              <a:avLst/>
            </a:prstGeom>
          </p:spPr>
        </p:pic>
        <p:sp>
          <p:nvSpPr>
            <p:cNvPr id="19" name="직사각형 18"/>
            <p:cNvSpPr/>
            <p:nvPr/>
          </p:nvSpPr>
          <p:spPr>
            <a:xfrm>
              <a:off x="593362" y="5159231"/>
              <a:ext cx="3361343" cy="243280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사출 설비</a:t>
              </a:r>
              <a:endPara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12339" y="1069055"/>
            <a:ext cx="708031" cy="62626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343" y="4264337"/>
            <a:ext cx="3575027" cy="21545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1576" y="297134"/>
            <a:ext cx="62860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적용 </a:t>
            </a:r>
            <a:r>
              <a:rPr lang="en-US" altLang="ko-KR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2) </a:t>
            </a:r>
            <a:r>
              <a:rPr lang="ko-KR" altLang="en-US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제품 품질 개선 및 온</a:t>
            </a:r>
            <a:r>
              <a:rPr lang="en-US" altLang="ko-KR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습도에 민감한 산업 분야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632" y="670432"/>
            <a:ext cx="3847890" cy="3424229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525488" y="599300"/>
            <a:ext cx="7644923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4373116" y="4407097"/>
            <a:ext cx="309892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1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출처</a:t>
            </a:r>
            <a:r>
              <a:rPr lang="en-US" altLang="ko-KR" sz="11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1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http://www.kepital.com/tech/ncp.php</a:t>
            </a:r>
            <a:endParaRPr lang="ko-KR" altLang="en-US" sz="11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389632" y="4120074"/>
            <a:ext cx="123944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1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그림 </a:t>
            </a:r>
            <a:r>
              <a:rPr lang="en-US" altLang="ko-KR" sz="11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3) </a:t>
            </a:r>
            <a:r>
              <a:rPr lang="ko-KR" altLang="en-US" sz="11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수지 온도</a:t>
            </a:r>
            <a:endParaRPr lang="ko-KR" altLang="en-US" sz="11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86643" y="6440675"/>
            <a:ext cx="242887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1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그림 </a:t>
            </a:r>
            <a:r>
              <a:rPr lang="en-US" altLang="ko-KR" sz="11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2) </a:t>
            </a:r>
            <a:r>
              <a:rPr lang="ko-KR" altLang="en-US" sz="11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사출 </a:t>
            </a:r>
            <a:r>
              <a:rPr lang="en-US" altLang="ko-KR" sz="11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11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베럴</a:t>
            </a:r>
            <a:r>
              <a:rPr lang="ko-KR" altLang="en-US" sz="11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히트 온도 설정 예</a:t>
            </a:r>
            <a:endParaRPr lang="ko-KR" altLang="en-US" sz="11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496969" y="4065571"/>
            <a:ext cx="123944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1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그림 </a:t>
            </a:r>
            <a:r>
              <a:rPr lang="en-US" altLang="ko-KR" sz="11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1) </a:t>
            </a:r>
            <a:r>
              <a:rPr lang="ko-KR" altLang="en-US" sz="11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사출 설비</a:t>
            </a:r>
            <a:endParaRPr lang="ko-KR" altLang="en-US" sz="11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3975" y="841949"/>
            <a:ext cx="1319896" cy="102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664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67</Words>
  <Application>Microsoft Office PowerPoint</Application>
  <PresentationFormat>와이드스크린</PresentationFormat>
  <Paragraphs>11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나눔고딕</vt:lpstr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pc</dc:creator>
  <cp:lastModifiedBy>pc</cp:lastModifiedBy>
  <cp:revision>5</cp:revision>
  <dcterms:created xsi:type="dcterms:W3CDTF">2022-09-10T22:15:04Z</dcterms:created>
  <dcterms:modified xsi:type="dcterms:W3CDTF">2022-09-10T22:35:52Z</dcterms:modified>
</cp:coreProperties>
</file>