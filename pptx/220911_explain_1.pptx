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77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2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504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65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207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35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224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956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843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44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55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2F34C-6F64-4A57-8B5A-98E9375F387E}" type="datetimeFigureOut">
              <a:rPr lang="ko-KR" altLang="en-US" smtClean="0"/>
              <a:t>2022-09-11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55CCE-B38F-43B8-8A44-E1604A32A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22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7412" y="635195"/>
            <a:ext cx="66328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가우시안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함수</a:t>
            </a: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평균이 (0,0)이고, 축과 축 방향의 표준편차가 각각 인 2차원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가우시안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함수는 다음과 같다.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4" y="1096861"/>
            <a:ext cx="3093681" cy="804212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47412" y="2040109"/>
            <a:ext cx="51909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가우시안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필터링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함수를 적용하는 이유는 평균값 필터보다 자연스러운 결과를 생성한다.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마스크 연산에 의한 영상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필터링은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마스크 크기가 커짐에 따라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연산량이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증가하는데 이러한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문제를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가우시안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필터링을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사용함으로서 해결할 수 있다.</a:t>
            </a:r>
          </a:p>
          <a:p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가우시안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필터의 함수 원형은 다음과 같다.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7412" y="2967335"/>
            <a:ext cx="5332603" cy="43088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void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GaussianBlur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InputArray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src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OutputArray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dst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Size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ksize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double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sigmaX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double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sigmaY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= 0,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int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borderType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= BORDER_DEFAULT);</a:t>
            </a:r>
            <a:endParaRPr lang="ko-KR" altLang="en-US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47412" y="3479160"/>
            <a:ext cx="519092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en-US" altLang="ko-KR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src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입력 영상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다채널 영상은 각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채널별로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블러딩을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수행</a:t>
            </a: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en-US" altLang="ko-KR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dst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출력 영상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src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와 같은 크기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같은 타입을 갖음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en-US" altLang="ko-KR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ksize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가우시안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커널 크기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ksize.width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en-US" altLang="ko-KR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ksize.height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보다 큰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홀수이어야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한다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ksize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에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Size()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를 지정하면 표준편차로부터 커널의 크기를 자동으로 결정할 수 있음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en-US" altLang="ko-KR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sigmaX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x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방향으로의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가우시안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커널 표준 편차</a:t>
            </a: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en-US" altLang="ko-KR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sigmaY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y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방향으로의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가우시안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커널 표준 편차</a:t>
            </a: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en-US" altLang="ko-KR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borderType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가장자리 픽셀 확장 방식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9537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46745" y="399656"/>
            <a:ext cx="6096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샤프닝</a:t>
            </a:r>
            <a:endParaRPr lang="ko-KR" altLang="en-US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샤프닝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sharpening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)이란 영상을 날카로운 느낌이 나도록 변경하는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필터링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기법이다.</a:t>
            </a: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날카로운 느낌의 영상이란 초점이 잘 맞은 사진처럼 객체의 윤곽이 뚜렷하게 구분되는 영상을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의미한다.</a:t>
            </a: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참고로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입력영상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에           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단순하게 더하는 것이 아니라 실수 가중치를 곱한 후 더하면 날카로운 정도를 사용자가 수정할 수 있다.</a:t>
            </a:r>
          </a:p>
          <a:p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샤프닝이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적용된 결과 영상 수식을 다음과 같이 표현할 수 있다.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459" y="1013125"/>
            <a:ext cx="491341" cy="20828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778" y="1026376"/>
            <a:ext cx="429206" cy="19963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36" y="1613549"/>
            <a:ext cx="3453468" cy="64329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46745" y="2480936"/>
            <a:ext cx="295946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아래는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언샤프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마스크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필터링에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관한 슈도 코드이다.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8690" y="2782082"/>
            <a:ext cx="6096000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for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int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sigma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= 1;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sigma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&lt;= 5;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sigma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++){ 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Mat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blurred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;</a:t>
            </a: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GaussianBlur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src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blurred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Size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(),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sigma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);</a:t>
            </a:r>
          </a:p>
          <a:p>
            <a:endParaRPr lang="ko-KR" altLang="en-US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float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alpha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= 1.f;</a:t>
            </a: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Mat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dst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= (1 +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alpha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 *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src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–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alpha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*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blurred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;</a:t>
            </a:r>
          </a:p>
          <a:p>
            <a:endParaRPr lang="ko-KR" altLang="en-US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imshow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(“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dst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”,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dst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);</a:t>
            </a: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waitKey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();</a:t>
            </a:r>
          </a:p>
          <a:p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}</a:t>
            </a:r>
          </a:p>
          <a:p>
            <a:endParaRPr lang="ko-KR" altLang="en-US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destroyAllWindows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();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340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80" y="1332284"/>
            <a:ext cx="2580236" cy="255181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73763" y="2220457"/>
            <a:ext cx="1887845" cy="134269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043" y="3778910"/>
            <a:ext cx="2319369" cy="134482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547" y="1175918"/>
            <a:ext cx="3159065" cy="3778575"/>
          </a:xfrm>
          <a:prstGeom prst="rect">
            <a:avLst/>
          </a:prstGeom>
        </p:spPr>
      </p:pic>
      <p:sp>
        <p:nvSpPr>
          <p:cNvPr id="11" name="오른쪽 화살표 10"/>
          <p:cNvSpPr/>
          <p:nvPr/>
        </p:nvSpPr>
        <p:spPr>
          <a:xfrm>
            <a:off x="4366470" y="1828800"/>
            <a:ext cx="1505215" cy="2264245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976547" y="5123733"/>
            <a:ext cx="30919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그림 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4) </a:t>
            </a:r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자체제작 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컴퓨터 비전 실험 도구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6322" y="3778910"/>
            <a:ext cx="17474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그림 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알루미늄 프로파일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92123" y="3599569"/>
            <a:ext cx="17474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그림 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2) </a:t>
            </a:r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이너 </a:t>
            </a:r>
            <a:r>
              <a:rPr lang="ko-KR" altLang="en-US" sz="105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브라켓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4542" y="5206960"/>
            <a:ext cx="23588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그림 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3) </a:t>
            </a:r>
            <a:r>
              <a:rPr lang="ko-KR" altLang="en-US" sz="105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둥근머리렌지볼트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M5X10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3229" y="712048"/>
            <a:ext cx="23588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컴퓨터 비전 실험 도구 제작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00487" y="1006692"/>
            <a:ext cx="8744181" cy="671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201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265</Words>
  <Application>Microsoft Office PowerPoint</Application>
  <PresentationFormat>와이드스크린</PresentationFormat>
  <Paragraphs>34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나눔고딕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</dc:creator>
  <cp:lastModifiedBy>pc</cp:lastModifiedBy>
  <cp:revision>13</cp:revision>
  <dcterms:created xsi:type="dcterms:W3CDTF">2022-09-10T22:49:38Z</dcterms:created>
  <dcterms:modified xsi:type="dcterms:W3CDTF">2022-09-10T23:15:28Z</dcterms:modified>
</cp:coreProperties>
</file>