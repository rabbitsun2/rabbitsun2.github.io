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6" r:id="rId4"/>
    <p:sldId id="282" r:id="rId5"/>
    <p:sldId id="283" r:id="rId6"/>
    <p:sldId id="284" r:id="rId7"/>
    <p:sldId id="267" r:id="rId8"/>
    <p:sldId id="277" r:id="rId9"/>
    <p:sldId id="278" r:id="rId10"/>
    <p:sldId id="279" r:id="rId11"/>
    <p:sldId id="280" r:id="rId12"/>
    <p:sldId id="281" r:id="rId13"/>
    <p:sldId id="270" r:id="rId14"/>
    <p:sldId id="27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CDCDCD"/>
    <a:srgbClr val="F3F6F9"/>
    <a:srgbClr val="CFCFCF"/>
    <a:srgbClr val="FFECEB"/>
    <a:srgbClr val="568A35"/>
    <a:srgbClr val="382118"/>
    <a:srgbClr val="A5A5A5"/>
    <a:srgbClr val="EEF1F1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31AB20-3148-462E-949D-537FE2E3711C}" v="97" dt="2022-08-29T14:09:59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81" autoAdjust="0"/>
    <p:restoredTop sz="94660"/>
  </p:normalViewPr>
  <p:slideViewPr>
    <p:cSldViewPr snapToGrid="0">
      <p:cViewPr>
        <p:scale>
          <a:sx n="75" d="100"/>
          <a:sy n="75" d="100"/>
        </p:scale>
        <p:origin x="1842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남 혜진" userId="5034646ee10f0899" providerId="LiveId" clId="{EA31AB20-3148-462E-949D-537FE2E3711C}"/>
    <pc:docChg chg="undo custSel addSld delSld modSld sldOrd">
      <pc:chgData name="남 혜진" userId="5034646ee10f0899" providerId="LiveId" clId="{EA31AB20-3148-462E-949D-537FE2E3711C}" dt="2022-08-29T14:11:35.052" v="1035" actId="1076"/>
      <pc:docMkLst>
        <pc:docMk/>
      </pc:docMkLst>
      <pc:sldChg chg="addSp delSp modSp mod ord setBg">
        <pc:chgData name="남 혜진" userId="5034646ee10f0899" providerId="LiveId" clId="{EA31AB20-3148-462E-949D-537FE2E3711C}" dt="2022-08-29T14:03:28.447" v="902" actId="571"/>
        <pc:sldMkLst>
          <pc:docMk/>
          <pc:sldMk cId="3359199108" sldId="256"/>
        </pc:sldMkLst>
        <pc:spChg chg="add mod ord">
          <ac:chgData name="남 혜진" userId="5034646ee10f0899" providerId="LiveId" clId="{EA31AB20-3148-462E-949D-537FE2E3711C}" dt="2022-08-29T12:49:28.983" v="88" actId="208"/>
          <ac:spMkLst>
            <pc:docMk/>
            <pc:sldMk cId="3359199108" sldId="256"/>
            <ac:spMk id="2" creationId="{4DA64D1A-A32B-45E4-2884-3D14AC7104E5}"/>
          </ac:spMkLst>
        </pc:spChg>
        <pc:spChg chg="mod">
          <ac:chgData name="남 혜진" userId="5034646ee10f0899" providerId="LiveId" clId="{EA31AB20-3148-462E-949D-537FE2E3711C}" dt="2022-08-29T13:23:58.863" v="348" actId="1076"/>
          <ac:spMkLst>
            <pc:docMk/>
            <pc:sldMk cId="3359199108" sldId="256"/>
            <ac:spMk id="4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5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6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7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9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11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12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14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15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16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0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2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3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4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5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39" creationId="{00000000-0000-0000-0000-000000000000}"/>
          </ac:spMkLst>
        </pc:spChg>
        <pc:spChg chg="add mod">
          <ac:chgData name="남 혜진" userId="5034646ee10f0899" providerId="LiveId" clId="{EA31AB20-3148-462E-949D-537FE2E3711C}" dt="2022-08-29T12:53:14.115" v="117" actId="255"/>
          <ac:spMkLst>
            <pc:docMk/>
            <pc:sldMk cId="3359199108" sldId="256"/>
            <ac:spMk id="43" creationId="{F239EAF3-12C8-22CA-17E3-E9D412BF1D4B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44" creationId="{00000000-0000-0000-0000-000000000000}"/>
          </ac:spMkLst>
        </pc:spChg>
        <pc:spChg chg="add mod ord">
          <ac:chgData name="남 혜진" userId="5034646ee10f0899" providerId="LiveId" clId="{EA31AB20-3148-462E-949D-537FE2E3711C}" dt="2022-08-29T13:28:16.446" v="407" actId="14100"/>
          <ac:spMkLst>
            <pc:docMk/>
            <pc:sldMk cId="3359199108" sldId="256"/>
            <ac:spMk id="45" creationId="{68FE1C80-243E-0DFA-2F03-BEAFB84B23EC}"/>
          </ac:spMkLst>
        </pc:spChg>
        <pc:spChg chg="del">
          <ac:chgData name="남 혜진" userId="5034646ee10f0899" providerId="LiveId" clId="{EA31AB20-3148-462E-949D-537FE2E3711C}" dt="2022-08-29T12:40:39.645" v="5" actId="478"/>
          <ac:spMkLst>
            <pc:docMk/>
            <pc:sldMk cId="3359199108" sldId="256"/>
            <ac:spMk id="46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48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49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50" creationId="{00000000-0000-0000-0000-000000000000}"/>
          </ac:spMkLst>
        </pc:spChg>
        <pc:spChg chg="add mod">
          <ac:chgData name="남 혜진" userId="5034646ee10f0899" providerId="LiveId" clId="{EA31AB20-3148-462E-949D-537FE2E3711C}" dt="2022-08-29T13:58:16.086" v="831" actId="164"/>
          <ac:spMkLst>
            <pc:docMk/>
            <pc:sldMk cId="3359199108" sldId="256"/>
            <ac:spMk id="51" creationId="{F15C3F21-C43F-3CE8-774D-3ED6815640F3}"/>
          </ac:spMkLst>
        </pc:spChg>
        <pc:spChg chg="add mod">
          <ac:chgData name="남 혜진" userId="5034646ee10f0899" providerId="LiveId" clId="{EA31AB20-3148-462E-949D-537FE2E3711C}" dt="2022-08-29T13:58:10.468" v="830" actId="164"/>
          <ac:spMkLst>
            <pc:docMk/>
            <pc:sldMk cId="3359199108" sldId="256"/>
            <ac:spMk id="55" creationId="{66B43A1F-DE5C-5482-6F94-1B0D874C6546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56" creationId="{AA0DA3E5-A5FC-C0AD-0E18-951287025B59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57" creationId="{00000000-0000-0000-0000-000000000000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58" creationId="{00000000-0000-0000-0000-000000000000}"/>
          </ac:spMkLst>
        </pc:spChg>
        <pc:spChg chg="add mod">
          <ac:chgData name="남 혜진" userId="5034646ee10f0899" providerId="LiveId" clId="{EA31AB20-3148-462E-949D-537FE2E3711C}" dt="2022-08-29T13:15:22.296" v="235" actId="1076"/>
          <ac:spMkLst>
            <pc:docMk/>
            <pc:sldMk cId="3359199108" sldId="256"/>
            <ac:spMk id="59" creationId="{8B003D40-09BB-4D8B-81FE-1BAFF18EA654}"/>
          </ac:spMkLst>
        </pc:spChg>
        <pc:spChg chg="add del">
          <ac:chgData name="남 혜진" userId="5034646ee10f0899" providerId="LiveId" clId="{EA31AB20-3148-462E-949D-537FE2E3711C}" dt="2022-08-29T12:57:50.913" v="154" actId="478"/>
          <ac:spMkLst>
            <pc:docMk/>
            <pc:sldMk cId="3359199108" sldId="256"/>
            <ac:spMk id="61" creationId="{B65E522B-55FE-8C48-14E2-D0A568C390D3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62" creationId="{00000000-0000-0000-0000-000000000000}"/>
          </ac:spMkLst>
        </pc:spChg>
        <pc:spChg chg="add del">
          <ac:chgData name="남 혜진" userId="5034646ee10f0899" providerId="LiveId" clId="{EA31AB20-3148-462E-949D-537FE2E3711C}" dt="2022-08-29T12:58:26.440" v="156" actId="478"/>
          <ac:spMkLst>
            <pc:docMk/>
            <pc:sldMk cId="3359199108" sldId="256"/>
            <ac:spMk id="63" creationId="{B4C34C7E-A473-0BFC-2AE8-FB5D59D4A86A}"/>
          </ac:spMkLst>
        </pc:spChg>
        <pc:spChg chg="add mod">
          <ac:chgData name="남 혜진" userId="5034646ee10f0899" providerId="LiveId" clId="{EA31AB20-3148-462E-949D-537FE2E3711C}" dt="2022-08-29T13:15:58.662" v="253" actId="1076"/>
          <ac:spMkLst>
            <pc:docMk/>
            <pc:sldMk cId="3359199108" sldId="256"/>
            <ac:spMk id="64" creationId="{7F57E44F-F962-59B6-56F5-AD185F48E86A}"/>
          </ac:spMkLst>
        </pc:spChg>
        <pc:spChg chg="add mod">
          <ac:chgData name="남 혜진" userId="5034646ee10f0899" providerId="LiveId" clId="{EA31AB20-3148-462E-949D-537FE2E3711C}" dt="2022-08-29T13:15:22.296" v="235" actId="1076"/>
          <ac:spMkLst>
            <pc:docMk/>
            <pc:sldMk cId="3359199108" sldId="256"/>
            <ac:spMk id="65" creationId="{9ABAB9AF-8BE0-451A-9CFF-AE6E6D238F1E}"/>
          </ac:spMkLst>
        </pc:spChg>
        <pc:spChg chg="add mod">
          <ac:chgData name="남 혜진" userId="5034646ee10f0899" providerId="LiveId" clId="{EA31AB20-3148-462E-949D-537FE2E3711C}" dt="2022-08-29T13:15:22.296" v="235" actId="1076"/>
          <ac:spMkLst>
            <pc:docMk/>
            <pc:sldMk cId="3359199108" sldId="256"/>
            <ac:spMk id="67" creationId="{691E312A-190F-789F-92F1-FEBB8F16591D}"/>
          </ac:spMkLst>
        </pc:spChg>
        <pc:spChg chg="add mod">
          <ac:chgData name="남 혜진" userId="5034646ee10f0899" providerId="LiveId" clId="{EA31AB20-3148-462E-949D-537FE2E3711C}" dt="2022-08-29T13:15:22.296" v="235" actId="1076"/>
          <ac:spMkLst>
            <pc:docMk/>
            <pc:sldMk cId="3359199108" sldId="256"/>
            <ac:spMk id="68" creationId="{FB8ABF9C-81FE-0B7C-6DAC-ED1DCE6DE13B}"/>
          </ac:spMkLst>
        </pc:spChg>
        <pc:spChg chg="del">
          <ac:chgData name="남 혜진" userId="5034646ee10f0899" providerId="LiveId" clId="{EA31AB20-3148-462E-949D-537FE2E3711C}" dt="2022-08-29T12:40:37.005" v="4" actId="478"/>
          <ac:spMkLst>
            <pc:docMk/>
            <pc:sldMk cId="3359199108" sldId="256"/>
            <ac:spMk id="72" creationId="{00000000-0000-0000-0000-000000000000}"/>
          </ac:spMkLst>
        </pc:spChg>
        <pc:spChg chg="add mod">
          <ac:chgData name="남 혜진" userId="5034646ee10f0899" providerId="LiveId" clId="{EA31AB20-3148-462E-949D-537FE2E3711C}" dt="2022-08-29T13:58:10.468" v="830" actId="164"/>
          <ac:spMkLst>
            <pc:docMk/>
            <pc:sldMk cId="3359199108" sldId="256"/>
            <ac:spMk id="75" creationId="{15564A4A-BC74-4D21-6EDD-FBCE58D370BF}"/>
          </ac:spMkLst>
        </pc:spChg>
        <pc:spChg chg="add del mod">
          <ac:chgData name="남 혜진" userId="5034646ee10f0899" providerId="LiveId" clId="{EA31AB20-3148-462E-949D-537FE2E3711C}" dt="2022-08-29T13:14:54.077" v="228" actId="478"/>
          <ac:spMkLst>
            <pc:docMk/>
            <pc:sldMk cId="3359199108" sldId="256"/>
            <ac:spMk id="78" creationId="{B6C80951-4F89-CCA4-5491-9F0921FC5269}"/>
          </ac:spMkLst>
        </pc:spChg>
        <pc:spChg chg="add mod">
          <ac:chgData name="남 혜진" userId="5034646ee10f0899" providerId="LiveId" clId="{EA31AB20-3148-462E-949D-537FE2E3711C}" dt="2022-08-29T13:57:54.415" v="829" actId="164"/>
          <ac:spMkLst>
            <pc:docMk/>
            <pc:sldMk cId="3359199108" sldId="256"/>
            <ac:spMk id="79" creationId="{0E049053-18A5-052D-39F2-E93342617C4D}"/>
          </ac:spMkLst>
        </pc:spChg>
        <pc:spChg chg="add mod">
          <ac:chgData name="남 혜진" userId="5034646ee10f0899" providerId="LiveId" clId="{EA31AB20-3148-462E-949D-537FE2E3711C}" dt="2022-08-29T13:15:58.662" v="253" actId="1076"/>
          <ac:spMkLst>
            <pc:docMk/>
            <pc:sldMk cId="3359199108" sldId="256"/>
            <ac:spMk id="80" creationId="{0EAC8019-C3BC-FF03-12ED-09FB9619E459}"/>
          </ac:spMkLst>
        </pc:spChg>
        <pc:spChg chg="add del">
          <ac:chgData name="남 혜진" userId="5034646ee10f0899" providerId="LiveId" clId="{EA31AB20-3148-462E-949D-537FE2E3711C}" dt="2022-08-29T13:16:52.042" v="255" actId="478"/>
          <ac:spMkLst>
            <pc:docMk/>
            <pc:sldMk cId="3359199108" sldId="256"/>
            <ac:spMk id="81" creationId="{AEF6E027-F13A-D2E9-2E7B-7066841CDD7E}"/>
          </ac:spMkLst>
        </pc:spChg>
        <pc:spChg chg="add del mod">
          <ac:chgData name="남 혜진" userId="5034646ee10f0899" providerId="LiveId" clId="{EA31AB20-3148-462E-949D-537FE2E3711C}" dt="2022-08-29T13:42:01.030" v="609" actId="478"/>
          <ac:spMkLst>
            <pc:docMk/>
            <pc:sldMk cId="3359199108" sldId="256"/>
            <ac:spMk id="82" creationId="{49396988-2B98-D49D-2AEF-76482104D9EC}"/>
          </ac:spMkLst>
        </pc:spChg>
        <pc:spChg chg="add del mod">
          <ac:chgData name="남 혜진" userId="5034646ee10f0899" providerId="LiveId" clId="{EA31AB20-3148-462E-949D-537FE2E3711C}" dt="2022-08-29T13:22:25.401" v="331" actId="478"/>
          <ac:spMkLst>
            <pc:docMk/>
            <pc:sldMk cId="3359199108" sldId="256"/>
            <ac:spMk id="86" creationId="{E940577B-F66A-EA22-F6D7-9617983198E9}"/>
          </ac:spMkLst>
        </pc:spChg>
        <pc:spChg chg="add del mod">
          <ac:chgData name="남 혜진" userId="5034646ee10f0899" providerId="LiveId" clId="{EA31AB20-3148-462E-949D-537FE2E3711C}" dt="2022-08-29T13:22:27.566" v="333" actId="478"/>
          <ac:spMkLst>
            <pc:docMk/>
            <pc:sldMk cId="3359199108" sldId="256"/>
            <ac:spMk id="87" creationId="{AEEBA645-3D38-64AF-CC3C-9FE4FFEC475B}"/>
          </ac:spMkLst>
        </pc:spChg>
        <pc:spChg chg="add del mod">
          <ac:chgData name="남 혜진" userId="5034646ee10f0899" providerId="LiveId" clId="{EA31AB20-3148-462E-949D-537FE2E3711C}" dt="2022-08-29T13:22:28.308" v="334" actId="478"/>
          <ac:spMkLst>
            <pc:docMk/>
            <pc:sldMk cId="3359199108" sldId="256"/>
            <ac:spMk id="88" creationId="{71F2D2EE-FFC4-7D79-5D15-BA2B204B6E4D}"/>
          </ac:spMkLst>
        </pc:spChg>
        <pc:spChg chg="add del mod">
          <ac:chgData name="남 혜진" userId="5034646ee10f0899" providerId="LiveId" clId="{EA31AB20-3148-462E-949D-537FE2E3711C}" dt="2022-08-29T13:42:01.030" v="609" actId="478"/>
          <ac:spMkLst>
            <pc:docMk/>
            <pc:sldMk cId="3359199108" sldId="256"/>
            <ac:spMk id="89" creationId="{17697163-5045-F289-FCF7-037C39A0A84E}"/>
          </ac:spMkLst>
        </pc:spChg>
        <pc:spChg chg="add del mod">
          <ac:chgData name="남 혜진" userId="5034646ee10f0899" providerId="LiveId" clId="{EA31AB20-3148-462E-949D-537FE2E3711C}" dt="2022-08-29T13:42:01.030" v="609" actId="478"/>
          <ac:spMkLst>
            <pc:docMk/>
            <pc:sldMk cId="3359199108" sldId="256"/>
            <ac:spMk id="90" creationId="{8A6AE186-A8A8-5726-AF96-467111070B02}"/>
          </ac:spMkLst>
        </pc:spChg>
        <pc:spChg chg="add del mod">
          <ac:chgData name="남 혜진" userId="5034646ee10f0899" providerId="LiveId" clId="{EA31AB20-3148-462E-949D-537FE2E3711C}" dt="2022-08-29T13:42:01.030" v="609" actId="478"/>
          <ac:spMkLst>
            <pc:docMk/>
            <pc:sldMk cId="3359199108" sldId="256"/>
            <ac:spMk id="91" creationId="{56392E0C-3DAA-0B6B-6C4C-53EC2B4DFF06}"/>
          </ac:spMkLst>
        </pc:spChg>
        <pc:spChg chg="add del mod">
          <ac:chgData name="남 혜진" userId="5034646ee10f0899" providerId="LiveId" clId="{EA31AB20-3148-462E-949D-537FE2E3711C}" dt="2022-08-29T13:42:02.167" v="610" actId="478"/>
          <ac:spMkLst>
            <pc:docMk/>
            <pc:sldMk cId="3359199108" sldId="256"/>
            <ac:spMk id="92" creationId="{A3C850DB-E9C9-8484-A862-B473D5DE18EF}"/>
          </ac:spMkLst>
        </pc:spChg>
        <pc:spChg chg="add del mod">
          <ac:chgData name="남 혜진" userId="5034646ee10f0899" providerId="LiveId" clId="{EA31AB20-3148-462E-949D-537FE2E3711C}" dt="2022-08-29T14:03:24.251" v="901" actId="478"/>
          <ac:spMkLst>
            <pc:docMk/>
            <pc:sldMk cId="3359199108" sldId="256"/>
            <ac:spMk id="93" creationId="{C518F687-3FF8-F9B0-0B12-117C0982D816}"/>
          </ac:spMkLst>
        </pc:spChg>
        <pc:spChg chg="add mod">
          <ac:chgData name="남 혜진" userId="5034646ee10f0899" providerId="LiveId" clId="{EA31AB20-3148-462E-949D-537FE2E3711C}" dt="2022-08-29T13:52:07.879" v="668" actId="207"/>
          <ac:spMkLst>
            <pc:docMk/>
            <pc:sldMk cId="3359199108" sldId="256"/>
            <ac:spMk id="94" creationId="{6E820480-00DC-6BA3-2716-46D350C917C5}"/>
          </ac:spMkLst>
        </pc:spChg>
        <pc:spChg chg="add del">
          <ac:chgData name="남 혜진" userId="5034646ee10f0899" providerId="LiveId" clId="{EA31AB20-3148-462E-949D-537FE2E3711C}" dt="2022-08-29T13:51:51.113" v="666" actId="478"/>
          <ac:spMkLst>
            <pc:docMk/>
            <pc:sldMk cId="3359199108" sldId="256"/>
            <ac:spMk id="100" creationId="{578F8EEB-E9FA-AF4E-4557-E267CC32D3B2}"/>
          </ac:spMkLst>
        </pc:spChg>
        <pc:spChg chg="add mod">
          <ac:chgData name="남 혜진" userId="5034646ee10f0899" providerId="LiveId" clId="{EA31AB20-3148-462E-949D-537FE2E3711C}" dt="2022-08-29T13:59:35.166" v="839" actId="113"/>
          <ac:spMkLst>
            <pc:docMk/>
            <pc:sldMk cId="3359199108" sldId="256"/>
            <ac:spMk id="101" creationId="{0C3D9601-0448-69D6-C48D-F482EEA9853F}"/>
          </ac:spMkLst>
        </pc:spChg>
        <pc:spChg chg="add mod">
          <ac:chgData name="남 혜진" userId="5034646ee10f0899" providerId="LiveId" clId="{EA31AB20-3148-462E-949D-537FE2E3711C}" dt="2022-08-29T13:59:40.846" v="840" actId="113"/>
          <ac:spMkLst>
            <pc:docMk/>
            <pc:sldMk cId="3359199108" sldId="256"/>
            <ac:spMk id="102" creationId="{258F06D8-4FEA-1790-6C46-6FD078904021}"/>
          </ac:spMkLst>
        </pc:spChg>
        <pc:spChg chg="add mod">
          <ac:chgData name="남 혜진" userId="5034646ee10f0899" providerId="LiveId" clId="{EA31AB20-3148-462E-949D-537FE2E3711C}" dt="2022-08-29T13:59:47.710" v="841" actId="113"/>
          <ac:spMkLst>
            <pc:docMk/>
            <pc:sldMk cId="3359199108" sldId="256"/>
            <ac:spMk id="103" creationId="{313EA719-E420-B64F-F4C6-F4AAAABF84B3}"/>
          </ac:spMkLst>
        </pc:spChg>
        <pc:spChg chg="add mod">
          <ac:chgData name="남 혜진" userId="5034646ee10f0899" providerId="LiveId" clId="{EA31AB20-3148-462E-949D-537FE2E3711C}" dt="2022-08-29T13:59:53.654" v="842" actId="113"/>
          <ac:spMkLst>
            <pc:docMk/>
            <pc:sldMk cId="3359199108" sldId="256"/>
            <ac:spMk id="104" creationId="{4E9B161C-B388-355A-E928-9F0CEBD28A47}"/>
          </ac:spMkLst>
        </pc:spChg>
        <pc:spChg chg="add mod">
          <ac:chgData name="남 혜진" userId="5034646ee10f0899" providerId="LiveId" clId="{EA31AB20-3148-462E-949D-537FE2E3711C}" dt="2022-08-29T13:57:49.701" v="828" actId="164"/>
          <ac:spMkLst>
            <pc:docMk/>
            <pc:sldMk cId="3359199108" sldId="256"/>
            <ac:spMk id="105" creationId="{C4AA3CC7-9944-4F12-F3A2-F59F28BFC77D}"/>
          </ac:spMkLst>
        </pc:spChg>
        <pc:spChg chg="mod">
          <ac:chgData name="남 혜진" userId="5034646ee10f0899" providerId="LiveId" clId="{EA31AB20-3148-462E-949D-537FE2E3711C}" dt="2022-08-29T13:58:41.012" v="833"/>
          <ac:spMkLst>
            <pc:docMk/>
            <pc:sldMk cId="3359199108" sldId="256"/>
            <ac:spMk id="112" creationId="{B4B1D947-2F64-3BC2-37D4-7F425674C519}"/>
          </ac:spMkLst>
        </pc:spChg>
        <pc:spChg chg="mod">
          <ac:chgData name="남 혜진" userId="5034646ee10f0899" providerId="LiveId" clId="{EA31AB20-3148-462E-949D-537FE2E3711C}" dt="2022-08-29T13:58:48.661" v="835"/>
          <ac:spMkLst>
            <pc:docMk/>
            <pc:sldMk cId="3359199108" sldId="256"/>
            <ac:spMk id="115" creationId="{8723D6F5-328A-1573-9581-840A078C0E7F}"/>
          </ac:spMkLst>
        </pc:spChg>
        <pc:spChg chg="mod">
          <ac:chgData name="남 혜진" userId="5034646ee10f0899" providerId="LiveId" clId="{EA31AB20-3148-462E-949D-537FE2E3711C}" dt="2022-08-29T13:58:54.436" v="837"/>
          <ac:spMkLst>
            <pc:docMk/>
            <pc:sldMk cId="3359199108" sldId="256"/>
            <ac:spMk id="118" creationId="{9E825027-1CA9-A0DD-3C84-57D09D6CF48A}"/>
          </ac:spMkLst>
        </pc:spChg>
        <pc:spChg chg="add mod">
          <ac:chgData name="남 혜진" userId="5034646ee10f0899" providerId="LiveId" clId="{EA31AB20-3148-462E-949D-537FE2E3711C}" dt="2022-08-29T14:02:07.468" v="896" actId="1076"/>
          <ac:spMkLst>
            <pc:docMk/>
            <pc:sldMk cId="3359199108" sldId="256"/>
            <ac:spMk id="120" creationId="{16A81625-01B3-856A-37BE-816E289A5B35}"/>
          </ac:spMkLst>
        </pc:spChg>
        <pc:spChg chg="add mod">
          <ac:chgData name="남 혜진" userId="5034646ee10f0899" providerId="LiveId" clId="{EA31AB20-3148-462E-949D-537FE2E3711C}" dt="2022-08-29T14:02:07.468" v="896" actId="1076"/>
          <ac:spMkLst>
            <pc:docMk/>
            <pc:sldMk cId="3359199108" sldId="256"/>
            <ac:spMk id="121" creationId="{5688700B-E6BA-EC74-E700-369E388A5325}"/>
          </ac:spMkLst>
        </pc:spChg>
        <pc:spChg chg="add mod">
          <ac:chgData name="남 혜진" userId="5034646ee10f0899" providerId="LiveId" clId="{EA31AB20-3148-462E-949D-537FE2E3711C}" dt="2022-08-29T14:02:07.468" v="896" actId="1076"/>
          <ac:spMkLst>
            <pc:docMk/>
            <pc:sldMk cId="3359199108" sldId="256"/>
            <ac:spMk id="122" creationId="{ED574033-DC48-2B3F-E6A3-6195CA49D3DB}"/>
          </ac:spMkLst>
        </pc:spChg>
        <pc:spChg chg="add mod">
          <ac:chgData name="남 혜진" userId="5034646ee10f0899" providerId="LiveId" clId="{EA31AB20-3148-462E-949D-537FE2E3711C}" dt="2022-08-29T14:02:07.468" v="896" actId="1076"/>
          <ac:spMkLst>
            <pc:docMk/>
            <pc:sldMk cId="3359199108" sldId="256"/>
            <ac:spMk id="123" creationId="{FA6874D9-522B-B117-CBA2-FE00CD3673B3}"/>
          </ac:spMkLst>
        </pc:spChg>
        <pc:spChg chg="add del mod">
          <ac:chgData name="남 혜진" userId="5034646ee10f0899" providerId="LiveId" clId="{EA31AB20-3148-462E-949D-537FE2E3711C}" dt="2022-08-29T14:03:28.447" v="902" actId="571"/>
          <ac:spMkLst>
            <pc:docMk/>
            <pc:sldMk cId="3359199108" sldId="256"/>
            <ac:spMk id="124" creationId="{DA949F3A-ECBF-0C59-C59E-8202217CF986}"/>
          </ac:spMkLst>
        </pc:spChg>
        <pc:grpChg chg="add mod">
          <ac:chgData name="남 혜진" userId="5034646ee10f0899" providerId="LiveId" clId="{EA31AB20-3148-462E-949D-537FE2E3711C}" dt="2022-08-29T13:58:31.883" v="832" actId="1076"/>
          <ac:grpSpMkLst>
            <pc:docMk/>
            <pc:sldMk cId="3359199108" sldId="256"/>
            <ac:grpSpMk id="107" creationId="{06CE4E7A-5C8D-5E2C-805D-9B80B1B40E06}"/>
          </ac:grpSpMkLst>
        </pc:grpChg>
        <pc:grpChg chg="add mod">
          <ac:chgData name="남 혜진" userId="5034646ee10f0899" providerId="LiveId" clId="{EA31AB20-3148-462E-949D-537FE2E3711C}" dt="2022-08-29T13:57:54.415" v="829" actId="164"/>
          <ac:grpSpMkLst>
            <pc:docMk/>
            <pc:sldMk cId="3359199108" sldId="256"/>
            <ac:grpSpMk id="108" creationId="{52887D94-4BAB-CDD0-B57A-A1E79052DFC8}"/>
          </ac:grpSpMkLst>
        </pc:grpChg>
        <pc:grpChg chg="add mod">
          <ac:chgData name="남 혜진" userId="5034646ee10f0899" providerId="LiveId" clId="{EA31AB20-3148-462E-949D-537FE2E3711C}" dt="2022-08-29T13:58:10.468" v="830" actId="164"/>
          <ac:grpSpMkLst>
            <pc:docMk/>
            <pc:sldMk cId="3359199108" sldId="256"/>
            <ac:grpSpMk id="109" creationId="{A281D373-77B6-CA53-DB22-A057A68AC22E}"/>
          </ac:grpSpMkLst>
        </pc:grpChg>
        <pc:grpChg chg="add mod">
          <ac:chgData name="남 혜진" userId="5034646ee10f0899" providerId="LiveId" clId="{EA31AB20-3148-462E-949D-537FE2E3711C}" dt="2022-08-29T13:58:16.086" v="831" actId="164"/>
          <ac:grpSpMkLst>
            <pc:docMk/>
            <pc:sldMk cId="3359199108" sldId="256"/>
            <ac:grpSpMk id="110" creationId="{8BA5FAED-0863-F5C6-A4AF-497AF5AEDF22}"/>
          </ac:grpSpMkLst>
        </pc:grpChg>
        <pc:grpChg chg="add mod">
          <ac:chgData name="남 혜진" userId="5034646ee10f0899" providerId="LiveId" clId="{EA31AB20-3148-462E-949D-537FE2E3711C}" dt="2022-08-29T13:58:47.557" v="834" actId="1076"/>
          <ac:grpSpMkLst>
            <pc:docMk/>
            <pc:sldMk cId="3359199108" sldId="256"/>
            <ac:grpSpMk id="111" creationId="{277EA191-C5D8-F8C1-BD28-523759775B32}"/>
          </ac:grpSpMkLst>
        </pc:grpChg>
        <pc:grpChg chg="add mod">
          <ac:chgData name="남 혜진" userId="5034646ee10f0899" providerId="LiveId" clId="{EA31AB20-3148-462E-949D-537FE2E3711C}" dt="2022-08-29T13:58:53.437" v="836" actId="1076"/>
          <ac:grpSpMkLst>
            <pc:docMk/>
            <pc:sldMk cId="3359199108" sldId="256"/>
            <ac:grpSpMk id="114" creationId="{FB6BD02D-9A96-3F71-3193-8DC877424E3A}"/>
          </ac:grpSpMkLst>
        </pc:grpChg>
        <pc:grpChg chg="add mod">
          <ac:chgData name="남 혜진" userId="5034646ee10f0899" providerId="LiveId" clId="{EA31AB20-3148-462E-949D-537FE2E3711C}" dt="2022-08-29T13:58:57.660" v="838" actId="1076"/>
          <ac:grpSpMkLst>
            <pc:docMk/>
            <pc:sldMk cId="3359199108" sldId="256"/>
            <ac:grpSpMk id="117" creationId="{C1ECC79E-0374-0B58-E840-F1955596AE22}"/>
          </ac:grpSpMkLst>
        </pc:grpChg>
        <pc:picChg chg="del">
          <ac:chgData name="남 혜진" userId="5034646ee10f0899" providerId="LiveId" clId="{EA31AB20-3148-462E-949D-537FE2E3711C}" dt="2022-08-29T12:40:37.005" v="4" actId="478"/>
          <ac:picMkLst>
            <pc:docMk/>
            <pc:sldMk cId="3359199108" sldId="256"/>
            <ac:picMk id="19" creationId="{873BFFA9-1DDE-7960-7027-CBCEBC42FD04}"/>
          </ac:picMkLst>
        </pc:picChg>
        <pc:picChg chg="del">
          <ac:chgData name="남 혜진" userId="5034646ee10f0899" providerId="LiveId" clId="{EA31AB20-3148-462E-949D-537FE2E3711C}" dt="2022-08-29T12:40:37.005" v="4" actId="478"/>
          <ac:picMkLst>
            <pc:docMk/>
            <pc:sldMk cId="3359199108" sldId="256"/>
            <ac:picMk id="21" creationId="{2972E7C1-BA75-F8F2-56FB-FACFFCC3F866}"/>
          </ac:picMkLst>
        </pc:picChg>
        <pc:picChg chg="add del mod">
          <ac:chgData name="남 혜진" userId="5034646ee10f0899" providerId="LiveId" clId="{EA31AB20-3148-462E-949D-537FE2E3711C}" dt="2022-08-29T12:43:25.520" v="19" actId="478"/>
          <ac:picMkLst>
            <pc:docMk/>
            <pc:sldMk cId="3359199108" sldId="256"/>
            <ac:picMk id="25" creationId="{9616CD75-20C6-9B8B-BAC3-19A1F3A9BD17}"/>
          </ac:picMkLst>
        </pc:picChg>
        <pc:picChg chg="add del mod">
          <ac:chgData name="남 혜진" userId="5034646ee10f0899" providerId="LiveId" clId="{EA31AB20-3148-462E-949D-537FE2E3711C}" dt="2022-08-29T12:43:34.068" v="21" actId="478"/>
          <ac:picMkLst>
            <pc:docMk/>
            <pc:sldMk cId="3359199108" sldId="256"/>
            <ac:picMk id="27" creationId="{972AF43C-2514-B793-BF0A-FD292F1A797A}"/>
          </ac:picMkLst>
        </pc:picChg>
        <pc:picChg chg="add del mod ord modCrop">
          <ac:chgData name="남 혜진" userId="5034646ee10f0899" providerId="LiveId" clId="{EA31AB20-3148-462E-949D-537FE2E3711C}" dt="2022-08-29T13:07:24.790" v="220" actId="478"/>
          <ac:picMkLst>
            <pc:docMk/>
            <pc:sldMk cId="3359199108" sldId="256"/>
            <ac:picMk id="31" creationId="{947D462B-B060-119A-CBDB-33D5620E6E03}"/>
          </ac:picMkLst>
        </pc:picChg>
        <pc:picChg chg="add mod">
          <ac:chgData name="남 혜진" userId="5034646ee10f0899" providerId="LiveId" clId="{EA31AB20-3148-462E-949D-537FE2E3711C}" dt="2022-08-29T13:58:16.086" v="831" actId="164"/>
          <ac:picMkLst>
            <pc:docMk/>
            <pc:sldMk cId="3359199108" sldId="256"/>
            <ac:picMk id="53" creationId="{FC6F23C9-250B-F0D8-04FF-3E7F57A08DD1}"/>
          </ac:picMkLst>
        </pc:picChg>
        <pc:picChg chg="add del mod">
          <ac:chgData name="남 혜진" userId="5034646ee10f0899" providerId="LiveId" clId="{EA31AB20-3148-462E-949D-537FE2E3711C}" dt="2022-08-29T13:06:35.354" v="207" actId="478"/>
          <ac:picMkLst>
            <pc:docMk/>
            <pc:sldMk cId="3359199108" sldId="256"/>
            <ac:picMk id="69" creationId="{C92BF58F-DC81-AC05-EFA0-2E05F1450B57}"/>
          </ac:picMkLst>
        </pc:picChg>
        <pc:picChg chg="add mod ord">
          <ac:chgData name="남 혜진" userId="5034646ee10f0899" providerId="LiveId" clId="{EA31AB20-3148-462E-949D-537FE2E3711C}" dt="2022-08-29T13:57:54.415" v="829" actId="164"/>
          <ac:picMkLst>
            <pc:docMk/>
            <pc:sldMk cId="3359199108" sldId="256"/>
            <ac:picMk id="77" creationId="{933CB8F5-6AE8-AD2C-7A39-62A7D0801A53}"/>
          </ac:picMkLst>
        </pc:picChg>
        <pc:picChg chg="add del mod">
          <ac:chgData name="남 혜진" userId="5034646ee10f0899" providerId="LiveId" clId="{EA31AB20-3148-462E-949D-537FE2E3711C}" dt="2022-08-29T13:20:31.840" v="284" actId="478"/>
          <ac:picMkLst>
            <pc:docMk/>
            <pc:sldMk cId="3359199108" sldId="256"/>
            <ac:picMk id="84" creationId="{3B29832F-5FD5-296E-91FA-44173F343FE2}"/>
          </ac:picMkLst>
        </pc:picChg>
        <pc:picChg chg="add del mod">
          <ac:chgData name="남 혜진" userId="5034646ee10f0899" providerId="LiveId" clId="{EA31AB20-3148-462E-949D-537FE2E3711C}" dt="2022-08-29T13:42:01.030" v="609" actId="478"/>
          <ac:picMkLst>
            <pc:docMk/>
            <pc:sldMk cId="3359199108" sldId="256"/>
            <ac:picMk id="85" creationId="{F9451F74-D97D-1BC3-B7F0-01879272152D}"/>
          </ac:picMkLst>
        </pc:picChg>
        <pc:picChg chg="add mod">
          <ac:chgData name="남 혜진" userId="5034646ee10f0899" providerId="LiveId" clId="{EA31AB20-3148-462E-949D-537FE2E3711C}" dt="2022-08-29T13:57:49.701" v="828" actId="164"/>
          <ac:picMkLst>
            <pc:docMk/>
            <pc:sldMk cId="3359199108" sldId="256"/>
            <ac:picMk id="106" creationId="{5B87AA8B-1439-05D3-4F74-4A217C9548B1}"/>
          </ac:picMkLst>
        </pc:picChg>
        <pc:picChg chg="mod">
          <ac:chgData name="남 혜진" userId="5034646ee10f0899" providerId="LiveId" clId="{EA31AB20-3148-462E-949D-537FE2E3711C}" dt="2022-08-29T13:58:41.012" v="833"/>
          <ac:picMkLst>
            <pc:docMk/>
            <pc:sldMk cId="3359199108" sldId="256"/>
            <ac:picMk id="113" creationId="{9AF9A0AF-7138-AADC-78DE-615C89AA5F76}"/>
          </ac:picMkLst>
        </pc:picChg>
        <pc:picChg chg="mod">
          <ac:chgData name="남 혜진" userId="5034646ee10f0899" providerId="LiveId" clId="{EA31AB20-3148-462E-949D-537FE2E3711C}" dt="2022-08-29T13:58:48.661" v="835"/>
          <ac:picMkLst>
            <pc:docMk/>
            <pc:sldMk cId="3359199108" sldId="256"/>
            <ac:picMk id="116" creationId="{16F11FCE-EFC4-FFDD-9653-72E1CF7EA1F7}"/>
          </ac:picMkLst>
        </pc:picChg>
        <pc:picChg chg="mod">
          <ac:chgData name="남 혜진" userId="5034646ee10f0899" providerId="LiveId" clId="{EA31AB20-3148-462E-949D-537FE2E3711C}" dt="2022-08-29T13:58:54.436" v="837"/>
          <ac:picMkLst>
            <pc:docMk/>
            <pc:sldMk cId="3359199108" sldId="256"/>
            <ac:picMk id="119" creationId="{7541F7C2-BF97-B128-D884-43D8ED1CD741}"/>
          </ac:picMkLst>
        </pc:picChg>
        <pc:cxnChg chg="add del">
          <ac:chgData name="남 혜진" userId="5034646ee10f0899" providerId="LiveId" clId="{EA31AB20-3148-462E-949D-537FE2E3711C}" dt="2022-08-29T12:41:27.152" v="17" actId="478"/>
          <ac:cxnSpMkLst>
            <pc:docMk/>
            <pc:sldMk cId="3359199108" sldId="256"/>
            <ac:cxnSpMk id="18" creationId="{600A9463-56A0-63BC-B9A5-D10C6EEFCC8A}"/>
          </ac:cxnSpMkLst>
        </pc:cxnChg>
        <pc:cxnChg chg="add mod ord">
          <ac:chgData name="남 혜진" userId="5034646ee10f0899" providerId="LiveId" clId="{EA31AB20-3148-462E-949D-537FE2E3711C}" dt="2022-08-29T12:49:28.983" v="88" actId="208"/>
          <ac:cxnSpMkLst>
            <pc:docMk/>
            <pc:sldMk cId="3359199108" sldId="256"/>
            <ac:cxnSpMk id="20" creationId="{52E38DEA-64B1-45E3-54BA-0A52D57F478E}"/>
          </ac:cxnSpMkLst>
        </pc:cxnChg>
        <pc:cxnChg chg="add del mod">
          <ac:chgData name="남 혜진" userId="5034646ee10f0899" providerId="LiveId" clId="{EA31AB20-3148-462E-949D-537FE2E3711C}" dt="2022-08-29T12:45:00.898" v="41" actId="478"/>
          <ac:cxnSpMkLst>
            <pc:docMk/>
            <pc:sldMk cId="3359199108" sldId="256"/>
            <ac:cxnSpMk id="22" creationId="{82D1A626-FF01-2222-E9F0-4CF8EB295157}"/>
          </ac:cxnSpMkLst>
        </pc:cxnChg>
        <pc:cxnChg chg="del">
          <ac:chgData name="남 혜진" userId="5034646ee10f0899" providerId="LiveId" clId="{EA31AB20-3148-462E-949D-537FE2E3711C}" dt="2022-08-29T12:40:40.805" v="6" actId="478"/>
          <ac:cxnSpMkLst>
            <pc:docMk/>
            <pc:sldMk cId="3359199108" sldId="256"/>
            <ac:cxnSpMk id="37" creationId="{00000000-0000-0000-0000-000000000000}"/>
          </ac:cxnSpMkLst>
        </pc:cxnChg>
        <pc:cxnChg chg="del">
          <ac:chgData name="남 혜진" userId="5034646ee10f0899" providerId="LiveId" clId="{EA31AB20-3148-462E-949D-537FE2E3711C}" dt="2022-08-29T12:40:41.904" v="7" actId="478"/>
          <ac:cxnSpMkLst>
            <pc:docMk/>
            <pc:sldMk cId="3359199108" sldId="256"/>
            <ac:cxnSpMk id="38" creationId="{00000000-0000-0000-0000-000000000000}"/>
          </ac:cxnSpMkLst>
        </pc:cxnChg>
        <pc:cxnChg chg="add mod ord">
          <ac:chgData name="남 혜진" userId="5034646ee10f0899" providerId="LiveId" clId="{EA31AB20-3148-462E-949D-537FE2E3711C}" dt="2022-08-29T12:49:28.983" v="88" actId="208"/>
          <ac:cxnSpMkLst>
            <pc:docMk/>
            <pc:sldMk cId="3359199108" sldId="256"/>
            <ac:cxnSpMk id="40" creationId="{4C1B933F-567D-4929-DD5D-EF4F96402EA0}"/>
          </ac:cxnSpMkLst>
        </pc:cxnChg>
        <pc:cxnChg chg="add mod ord">
          <ac:chgData name="남 혜진" userId="5034646ee10f0899" providerId="LiveId" clId="{EA31AB20-3148-462E-949D-537FE2E3711C}" dt="2022-08-29T12:49:28.983" v="88" actId="208"/>
          <ac:cxnSpMkLst>
            <pc:docMk/>
            <pc:sldMk cId="3359199108" sldId="256"/>
            <ac:cxnSpMk id="42" creationId="{311CD0B3-442D-ED09-74E9-664A217B0F38}"/>
          </ac:cxnSpMkLst>
        </pc:cxnChg>
        <pc:cxnChg chg="del">
          <ac:chgData name="남 혜진" userId="5034646ee10f0899" providerId="LiveId" clId="{EA31AB20-3148-462E-949D-537FE2E3711C}" dt="2022-08-29T12:40:37.005" v="4" actId="478"/>
          <ac:cxnSpMkLst>
            <pc:docMk/>
            <pc:sldMk cId="3359199108" sldId="256"/>
            <ac:cxnSpMk id="66" creationId="{A3DA9F19-A473-8EAC-590A-BC1922C59A27}"/>
          </ac:cxnSpMkLst>
        </pc:cxnChg>
        <pc:cxnChg chg="del">
          <ac:chgData name="남 혜진" userId="5034646ee10f0899" providerId="LiveId" clId="{EA31AB20-3148-462E-949D-537FE2E3711C}" dt="2022-08-29T12:40:37.005" v="4" actId="478"/>
          <ac:cxnSpMkLst>
            <pc:docMk/>
            <pc:sldMk cId="3359199108" sldId="256"/>
            <ac:cxnSpMk id="70" creationId="{1FC670DB-7E58-7F23-61CA-49BF27251FAD}"/>
          </ac:cxnSpMkLst>
        </pc:cxnChg>
        <pc:cxnChg chg="del">
          <ac:chgData name="남 혜진" userId="5034646ee10f0899" providerId="LiveId" clId="{EA31AB20-3148-462E-949D-537FE2E3711C}" dt="2022-08-29T12:40:37.005" v="4" actId="478"/>
          <ac:cxnSpMkLst>
            <pc:docMk/>
            <pc:sldMk cId="3359199108" sldId="256"/>
            <ac:cxnSpMk id="71" creationId="{00000000-0000-0000-0000-000000000000}"/>
          </ac:cxnSpMkLst>
        </pc:cxnChg>
        <pc:cxnChg chg="del">
          <ac:chgData name="남 혜진" userId="5034646ee10f0899" providerId="LiveId" clId="{EA31AB20-3148-462E-949D-537FE2E3711C}" dt="2022-08-29T12:40:37.005" v="4" actId="478"/>
          <ac:cxnSpMkLst>
            <pc:docMk/>
            <pc:sldMk cId="3359199108" sldId="256"/>
            <ac:cxnSpMk id="73" creationId="{45FE20A2-D334-BB4B-61FF-D4CC41E7088A}"/>
          </ac:cxnSpMkLst>
        </pc:cxnChg>
        <pc:cxnChg chg="add mod">
          <ac:chgData name="남 혜진" userId="5034646ee10f0899" providerId="LiveId" clId="{EA31AB20-3148-462E-949D-537FE2E3711C}" dt="2022-08-29T13:52:02.273" v="667" actId="208"/>
          <ac:cxnSpMkLst>
            <pc:docMk/>
            <pc:sldMk cId="3359199108" sldId="256"/>
            <ac:cxnSpMk id="96" creationId="{B8416D2A-A392-E398-11CC-FD0120963DA3}"/>
          </ac:cxnSpMkLst>
        </pc:cxnChg>
        <pc:cxnChg chg="add mod">
          <ac:chgData name="남 혜진" userId="5034646ee10f0899" providerId="LiveId" clId="{EA31AB20-3148-462E-949D-537FE2E3711C}" dt="2022-08-29T13:52:02.273" v="667" actId="208"/>
          <ac:cxnSpMkLst>
            <pc:docMk/>
            <pc:sldMk cId="3359199108" sldId="256"/>
            <ac:cxnSpMk id="97" creationId="{322340C3-E09E-3F65-BD78-52B2D686EFDC}"/>
          </ac:cxnSpMkLst>
        </pc:cxnChg>
        <pc:cxnChg chg="add mod">
          <ac:chgData name="남 혜진" userId="5034646ee10f0899" providerId="LiveId" clId="{EA31AB20-3148-462E-949D-537FE2E3711C}" dt="2022-08-29T13:52:02.273" v="667" actId="208"/>
          <ac:cxnSpMkLst>
            <pc:docMk/>
            <pc:sldMk cId="3359199108" sldId="256"/>
            <ac:cxnSpMk id="98" creationId="{746A3304-3F41-68E8-F0C2-FD9D5F36354C}"/>
          </ac:cxnSpMkLst>
        </pc:cxnChg>
        <pc:cxnChg chg="add mod">
          <ac:chgData name="남 혜진" userId="5034646ee10f0899" providerId="LiveId" clId="{EA31AB20-3148-462E-949D-537FE2E3711C}" dt="2022-08-29T13:52:02.273" v="667" actId="208"/>
          <ac:cxnSpMkLst>
            <pc:docMk/>
            <pc:sldMk cId="3359199108" sldId="256"/>
            <ac:cxnSpMk id="99" creationId="{037B02EB-BB8C-B6ED-21AA-4993121613FD}"/>
          </ac:cxnSpMkLst>
        </pc:cxnChg>
      </pc:sldChg>
      <pc:sldChg chg="del">
        <pc:chgData name="남 혜진" userId="5034646ee10f0899" providerId="LiveId" clId="{EA31AB20-3148-462E-949D-537FE2E3711C}" dt="2022-08-29T13:31:01.497" v="412" actId="47"/>
        <pc:sldMkLst>
          <pc:docMk/>
          <pc:sldMk cId="1718518439" sldId="271"/>
        </pc:sldMkLst>
      </pc:sldChg>
      <pc:sldChg chg="modSp mod">
        <pc:chgData name="남 혜진" userId="5034646ee10f0899" providerId="LiveId" clId="{EA31AB20-3148-462E-949D-537FE2E3711C}" dt="2022-08-29T12:09:26.922" v="3" actId="1076"/>
        <pc:sldMkLst>
          <pc:docMk/>
          <pc:sldMk cId="2760124561" sldId="273"/>
        </pc:sldMkLst>
        <pc:spChg chg="mod">
          <ac:chgData name="남 혜진" userId="5034646ee10f0899" providerId="LiveId" clId="{EA31AB20-3148-462E-949D-537FE2E3711C}" dt="2022-08-29T12:09:24.780" v="2" actId="1076"/>
          <ac:spMkLst>
            <pc:docMk/>
            <pc:sldMk cId="2760124561" sldId="273"/>
            <ac:spMk id="2" creationId="{467D8917-3ABC-D962-D687-A1160A8C84D4}"/>
          </ac:spMkLst>
        </pc:spChg>
        <pc:spChg chg="mod">
          <ac:chgData name="남 혜진" userId="5034646ee10f0899" providerId="LiveId" clId="{EA31AB20-3148-462E-949D-537FE2E3711C}" dt="2022-08-29T12:09:24.780" v="2" actId="1076"/>
          <ac:spMkLst>
            <pc:docMk/>
            <pc:sldMk cId="2760124561" sldId="273"/>
            <ac:spMk id="3" creationId="{E7DDE4CE-8E9B-067D-ACCD-9DE3A2D0BDFF}"/>
          </ac:spMkLst>
        </pc:spChg>
        <pc:picChg chg="mod">
          <ac:chgData name="남 혜진" userId="5034646ee10f0899" providerId="LiveId" clId="{EA31AB20-3148-462E-949D-537FE2E3711C}" dt="2022-08-29T12:09:26.922" v="3" actId="1076"/>
          <ac:picMkLst>
            <pc:docMk/>
            <pc:sldMk cId="2760124561" sldId="273"/>
            <ac:picMk id="4" creationId="{A551141E-67ED-6EB0-B3B4-F6D430B17EC2}"/>
          </ac:picMkLst>
        </pc:picChg>
      </pc:sldChg>
      <pc:sldChg chg="addSp delSp modSp add mod">
        <pc:chgData name="남 혜진" userId="5034646ee10f0899" providerId="LiveId" clId="{EA31AB20-3148-462E-949D-537FE2E3711C}" dt="2022-08-29T13:49:18.724" v="626" actId="478"/>
        <pc:sldMkLst>
          <pc:docMk/>
          <pc:sldMk cId="3290311804" sldId="277"/>
        </pc:sldMkLst>
        <pc:spChg chg="add mod topLvl">
          <ac:chgData name="남 혜진" userId="5034646ee10f0899" providerId="LiveId" clId="{EA31AB20-3148-462E-949D-537FE2E3711C}" dt="2022-08-29T13:49:12.457" v="623" actId="165"/>
          <ac:spMkLst>
            <pc:docMk/>
            <pc:sldMk cId="3290311804" sldId="277"/>
            <ac:spMk id="5" creationId="{47493E46-25C3-9CA5-7268-0DFA49052694}"/>
          </ac:spMkLst>
        </pc:spChg>
        <pc:spChg chg="add mod topLvl">
          <ac:chgData name="남 혜진" userId="5034646ee10f0899" providerId="LiveId" clId="{EA31AB20-3148-462E-949D-537FE2E3711C}" dt="2022-08-29T13:49:12.457" v="623" actId="165"/>
          <ac:spMkLst>
            <pc:docMk/>
            <pc:sldMk cId="3290311804" sldId="277"/>
            <ac:spMk id="10" creationId="{7EF20F0F-0032-6C3B-FB78-225864A71285}"/>
          </ac:spMkLst>
        </pc:spChg>
        <pc:spChg chg="add mod topLvl">
          <ac:chgData name="남 혜진" userId="5034646ee10f0899" providerId="LiveId" clId="{EA31AB20-3148-462E-949D-537FE2E3711C}" dt="2022-08-29T13:49:12.457" v="623" actId="165"/>
          <ac:spMkLst>
            <pc:docMk/>
            <pc:sldMk cId="3290311804" sldId="277"/>
            <ac:spMk id="11" creationId="{CF7D9B51-BB5D-4481-D522-579C76509C3A}"/>
          </ac:spMkLst>
        </pc:spChg>
        <pc:spChg chg="add del mod">
          <ac:chgData name="남 혜진" userId="5034646ee10f0899" providerId="LiveId" clId="{EA31AB20-3148-462E-949D-537FE2E3711C}" dt="2022-08-29T13:39:50.373" v="549"/>
          <ac:spMkLst>
            <pc:docMk/>
            <pc:sldMk cId="3290311804" sldId="277"/>
            <ac:spMk id="12" creationId="{F46F97E1-E57E-100E-2FF5-3C7D8FE71811}"/>
          </ac:spMkLst>
        </pc:spChg>
        <pc:spChg chg="add mod topLvl">
          <ac:chgData name="남 혜진" userId="5034646ee10f0899" providerId="LiveId" clId="{EA31AB20-3148-462E-949D-537FE2E3711C}" dt="2022-08-29T13:49:12.457" v="623" actId="165"/>
          <ac:spMkLst>
            <pc:docMk/>
            <pc:sldMk cId="3290311804" sldId="277"/>
            <ac:spMk id="15" creationId="{B08FA5E1-EA08-757B-CB90-8D4CEB3AADD6}"/>
          </ac:spMkLst>
        </pc:spChg>
        <pc:spChg chg="add mod topLvl">
          <ac:chgData name="남 혜진" userId="5034646ee10f0899" providerId="LiveId" clId="{EA31AB20-3148-462E-949D-537FE2E3711C}" dt="2022-08-29T13:49:12.457" v="623" actId="165"/>
          <ac:spMkLst>
            <pc:docMk/>
            <pc:sldMk cId="3290311804" sldId="277"/>
            <ac:spMk id="18" creationId="{158F8C1D-A2C5-15EF-BBDA-A5EEA8A6BD72}"/>
          </ac:spMkLst>
        </pc:spChg>
        <pc:spChg chg="del">
          <ac:chgData name="남 혜진" userId="5034646ee10f0899" providerId="LiveId" clId="{EA31AB20-3148-462E-949D-537FE2E3711C}" dt="2022-08-29T13:36:38.267" v="418" actId="478"/>
          <ac:spMkLst>
            <pc:docMk/>
            <pc:sldMk cId="3290311804" sldId="277"/>
            <ac:spMk id="82" creationId="{49396988-2B98-D49D-2AEF-76482104D9EC}"/>
          </ac:spMkLst>
        </pc:spChg>
        <pc:spChg chg="del">
          <ac:chgData name="남 혜진" userId="5034646ee10f0899" providerId="LiveId" clId="{EA31AB20-3148-462E-949D-537FE2E3711C}" dt="2022-08-29T13:36:38.267" v="418" actId="478"/>
          <ac:spMkLst>
            <pc:docMk/>
            <pc:sldMk cId="3290311804" sldId="277"/>
            <ac:spMk id="89" creationId="{17697163-5045-F289-FCF7-037C39A0A84E}"/>
          </ac:spMkLst>
        </pc:spChg>
        <pc:spChg chg="del">
          <ac:chgData name="남 혜진" userId="5034646ee10f0899" providerId="LiveId" clId="{EA31AB20-3148-462E-949D-537FE2E3711C}" dt="2022-08-29T13:36:38.267" v="418" actId="478"/>
          <ac:spMkLst>
            <pc:docMk/>
            <pc:sldMk cId="3290311804" sldId="277"/>
            <ac:spMk id="90" creationId="{8A6AE186-A8A8-5726-AF96-467111070B02}"/>
          </ac:spMkLst>
        </pc:spChg>
        <pc:spChg chg="del">
          <ac:chgData name="남 혜진" userId="5034646ee10f0899" providerId="LiveId" clId="{EA31AB20-3148-462E-949D-537FE2E3711C}" dt="2022-08-29T13:36:38.267" v="418" actId="478"/>
          <ac:spMkLst>
            <pc:docMk/>
            <pc:sldMk cId="3290311804" sldId="277"/>
            <ac:spMk id="91" creationId="{56392E0C-3DAA-0B6B-6C4C-53EC2B4DFF06}"/>
          </ac:spMkLst>
        </pc:spChg>
        <pc:spChg chg="mod topLvl">
          <ac:chgData name="남 혜진" userId="5034646ee10f0899" providerId="LiveId" clId="{EA31AB20-3148-462E-949D-537FE2E3711C}" dt="2022-08-29T13:49:04.842" v="622" actId="165"/>
          <ac:spMkLst>
            <pc:docMk/>
            <pc:sldMk cId="3290311804" sldId="277"/>
            <ac:spMk id="92" creationId="{A3C850DB-E9C9-8484-A862-B473D5DE18EF}"/>
          </ac:spMkLst>
        </pc:spChg>
        <pc:grpChg chg="add del mod topLvl">
          <ac:chgData name="남 혜진" userId="5034646ee10f0899" providerId="LiveId" clId="{EA31AB20-3148-462E-949D-537FE2E3711C}" dt="2022-08-29T13:49:12.457" v="623" actId="165"/>
          <ac:grpSpMkLst>
            <pc:docMk/>
            <pc:sldMk cId="3290311804" sldId="277"/>
            <ac:grpSpMk id="19" creationId="{6DF25B14-3A86-9713-E209-3A1FDAFDEF4E}"/>
          </ac:grpSpMkLst>
        </pc:grpChg>
        <pc:grpChg chg="add del mod">
          <ac:chgData name="남 혜진" userId="5034646ee10f0899" providerId="LiveId" clId="{EA31AB20-3148-462E-949D-537FE2E3711C}" dt="2022-08-29T13:49:04.842" v="622" actId="165"/>
          <ac:grpSpMkLst>
            <pc:docMk/>
            <pc:sldMk cId="3290311804" sldId="277"/>
            <ac:grpSpMk id="21" creationId="{E7B91DD7-9E26-4C45-D9E8-32AEE3979F51}"/>
          </ac:grpSpMkLst>
        </pc:grpChg>
        <pc:picChg chg="del mod">
          <ac:chgData name="남 혜진" userId="5034646ee10f0899" providerId="LiveId" clId="{EA31AB20-3148-462E-949D-537FE2E3711C}" dt="2022-08-29T13:36:42.216" v="419" actId="478"/>
          <ac:picMkLst>
            <pc:docMk/>
            <pc:sldMk cId="3290311804" sldId="277"/>
            <ac:picMk id="85" creationId="{F9451F74-D97D-1BC3-B7F0-01879272152D}"/>
          </ac:picMkLst>
        </pc:picChg>
        <pc:cxnChg chg="add del mod topLvl">
          <ac:chgData name="남 혜진" userId="5034646ee10f0899" providerId="LiveId" clId="{EA31AB20-3148-462E-949D-537FE2E3711C}" dt="2022-08-29T13:49:16.757" v="624" actId="478"/>
          <ac:cxnSpMkLst>
            <pc:docMk/>
            <pc:sldMk cId="3290311804" sldId="277"/>
            <ac:cxnSpMk id="7" creationId="{4F29E05D-06F6-9599-13D5-978DFC3691C6}"/>
          </ac:cxnSpMkLst>
        </pc:cxnChg>
        <pc:cxnChg chg="add del mod topLvl">
          <ac:chgData name="남 혜진" userId="5034646ee10f0899" providerId="LiveId" clId="{EA31AB20-3148-462E-949D-537FE2E3711C}" dt="2022-08-29T13:49:17.740" v="625" actId="478"/>
          <ac:cxnSpMkLst>
            <pc:docMk/>
            <pc:sldMk cId="3290311804" sldId="277"/>
            <ac:cxnSpMk id="14" creationId="{948D590E-AEF4-333C-B0AF-9833B68615F8}"/>
          </ac:cxnSpMkLst>
        </pc:cxnChg>
        <pc:cxnChg chg="add del mod topLvl">
          <ac:chgData name="남 혜진" userId="5034646ee10f0899" providerId="LiveId" clId="{EA31AB20-3148-462E-949D-537FE2E3711C}" dt="2022-08-29T13:49:18.724" v="626" actId="478"/>
          <ac:cxnSpMkLst>
            <pc:docMk/>
            <pc:sldMk cId="3290311804" sldId="277"/>
            <ac:cxnSpMk id="16" creationId="{91D8DBB9-84A3-9F6B-32AD-342EE7BD8A42}"/>
          </ac:cxnSpMkLst>
        </pc:cxnChg>
      </pc:sldChg>
      <pc:sldChg chg="addSp delSp modSp add del mod">
        <pc:chgData name="남 혜진" userId="5034646ee10f0899" providerId="LiveId" clId="{EA31AB20-3148-462E-949D-537FE2E3711C}" dt="2022-08-29T14:06:28.847" v="939" actId="47"/>
        <pc:sldMkLst>
          <pc:docMk/>
          <pc:sldMk cId="1254917056" sldId="278"/>
        </pc:sldMkLst>
        <pc:spChg chg="add mod">
          <ac:chgData name="남 혜진" userId="5034646ee10f0899" providerId="LiveId" clId="{EA31AB20-3148-462E-949D-537FE2E3711C}" dt="2022-08-29T14:03:50.241" v="934" actId="20577"/>
          <ac:spMkLst>
            <pc:docMk/>
            <pc:sldMk cId="1254917056" sldId="278"/>
            <ac:spMk id="5" creationId="{8A2FB16A-C706-4C52-8153-7A7F1BB3005D}"/>
          </ac:spMkLst>
        </pc:spChg>
        <pc:spChg chg="mod">
          <ac:chgData name="남 혜진" userId="5034646ee10f0899" providerId="LiveId" clId="{EA31AB20-3148-462E-949D-537FE2E3711C}" dt="2022-08-29T14:03:34.003" v="905" actId="1076"/>
          <ac:spMkLst>
            <pc:docMk/>
            <pc:sldMk cId="1254917056" sldId="278"/>
            <ac:spMk id="93" creationId="{C518F687-3FF8-F9B0-0B12-117C0982D816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94" creationId="{6E820480-00DC-6BA3-2716-46D350C917C5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01" creationId="{0C3D9601-0448-69D6-C48D-F482EEA9853F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02" creationId="{258F06D8-4FEA-1790-6C46-6FD078904021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03" creationId="{313EA719-E420-B64F-F4C6-F4AAAABF84B3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04" creationId="{4E9B161C-B388-355A-E928-9F0CEBD28A47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20" creationId="{16A81625-01B3-856A-37BE-816E289A5B35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21" creationId="{5688700B-E6BA-EC74-E700-369E388A5325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22" creationId="{ED574033-DC48-2B3F-E6A3-6195CA49D3DB}"/>
          </ac:spMkLst>
        </pc:spChg>
        <pc:spChg chg="del">
          <ac:chgData name="남 혜진" userId="5034646ee10f0899" providerId="LiveId" clId="{EA31AB20-3148-462E-949D-537FE2E3711C}" dt="2022-08-29T14:03:13.839" v="898" actId="478"/>
          <ac:spMkLst>
            <pc:docMk/>
            <pc:sldMk cId="1254917056" sldId="278"/>
            <ac:spMk id="123" creationId="{FA6874D9-522B-B117-CBA2-FE00CD3673B3}"/>
          </ac:spMkLst>
        </pc:spChg>
        <pc:grpChg chg="del">
          <ac:chgData name="남 혜진" userId="5034646ee10f0899" providerId="LiveId" clId="{EA31AB20-3148-462E-949D-537FE2E3711C}" dt="2022-08-29T14:03:13.839" v="898" actId="478"/>
          <ac:grpSpMkLst>
            <pc:docMk/>
            <pc:sldMk cId="1254917056" sldId="278"/>
            <ac:grpSpMk id="107" creationId="{06CE4E7A-5C8D-5E2C-805D-9B80B1B40E06}"/>
          </ac:grpSpMkLst>
        </pc:grpChg>
        <pc:grpChg chg="del">
          <ac:chgData name="남 혜진" userId="5034646ee10f0899" providerId="LiveId" clId="{EA31AB20-3148-462E-949D-537FE2E3711C}" dt="2022-08-29T14:03:13.839" v="898" actId="478"/>
          <ac:grpSpMkLst>
            <pc:docMk/>
            <pc:sldMk cId="1254917056" sldId="278"/>
            <ac:grpSpMk id="111" creationId="{277EA191-C5D8-F8C1-BD28-523759775B32}"/>
          </ac:grpSpMkLst>
        </pc:grpChg>
        <pc:grpChg chg="del">
          <ac:chgData name="남 혜진" userId="5034646ee10f0899" providerId="LiveId" clId="{EA31AB20-3148-462E-949D-537FE2E3711C}" dt="2022-08-29T14:03:13.839" v="898" actId="478"/>
          <ac:grpSpMkLst>
            <pc:docMk/>
            <pc:sldMk cId="1254917056" sldId="278"/>
            <ac:grpSpMk id="114" creationId="{FB6BD02D-9A96-3F71-3193-8DC877424E3A}"/>
          </ac:grpSpMkLst>
        </pc:grpChg>
        <pc:grpChg chg="del">
          <ac:chgData name="남 혜진" userId="5034646ee10f0899" providerId="LiveId" clId="{EA31AB20-3148-462E-949D-537FE2E3711C}" dt="2022-08-29T14:03:13.839" v="898" actId="478"/>
          <ac:grpSpMkLst>
            <pc:docMk/>
            <pc:sldMk cId="1254917056" sldId="278"/>
            <ac:grpSpMk id="117" creationId="{C1ECC79E-0374-0B58-E840-F1955596AE22}"/>
          </ac:grpSpMkLst>
        </pc:grpChg>
        <pc:picChg chg="add del mod">
          <ac:chgData name="남 혜진" userId="5034646ee10f0899" providerId="LiveId" clId="{EA31AB20-3148-462E-949D-537FE2E3711C}" dt="2022-08-29T14:05:41.518" v="937" actId="478"/>
          <ac:picMkLst>
            <pc:docMk/>
            <pc:sldMk cId="1254917056" sldId="278"/>
            <ac:picMk id="6" creationId="{D265BC39-308D-A935-DF36-0E9390C18347}"/>
          </ac:picMkLst>
        </pc:picChg>
        <pc:picChg chg="add del mod">
          <ac:chgData name="남 혜진" userId="5034646ee10f0899" providerId="LiveId" clId="{EA31AB20-3148-462E-949D-537FE2E3711C}" dt="2022-08-29T14:05:41.518" v="937" actId="478"/>
          <ac:picMkLst>
            <pc:docMk/>
            <pc:sldMk cId="1254917056" sldId="278"/>
            <ac:picMk id="7" creationId="{929A14DE-2E38-B74E-A2EB-1A65400FB24E}"/>
          </ac:picMkLst>
        </pc:picChg>
        <pc:cxnChg chg="del">
          <ac:chgData name="남 혜진" userId="5034646ee10f0899" providerId="LiveId" clId="{EA31AB20-3148-462E-949D-537FE2E3711C}" dt="2022-08-29T14:03:13.839" v="898" actId="478"/>
          <ac:cxnSpMkLst>
            <pc:docMk/>
            <pc:sldMk cId="1254917056" sldId="278"/>
            <ac:cxnSpMk id="96" creationId="{B8416D2A-A392-E398-11CC-FD0120963DA3}"/>
          </ac:cxnSpMkLst>
        </pc:cxnChg>
        <pc:cxnChg chg="del">
          <ac:chgData name="남 혜진" userId="5034646ee10f0899" providerId="LiveId" clId="{EA31AB20-3148-462E-949D-537FE2E3711C}" dt="2022-08-29T14:03:13.839" v="898" actId="478"/>
          <ac:cxnSpMkLst>
            <pc:docMk/>
            <pc:sldMk cId="1254917056" sldId="278"/>
            <ac:cxnSpMk id="97" creationId="{322340C3-E09E-3F65-BD78-52B2D686EFDC}"/>
          </ac:cxnSpMkLst>
        </pc:cxnChg>
        <pc:cxnChg chg="del">
          <ac:chgData name="남 혜진" userId="5034646ee10f0899" providerId="LiveId" clId="{EA31AB20-3148-462E-949D-537FE2E3711C}" dt="2022-08-29T14:03:13.839" v="898" actId="478"/>
          <ac:cxnSpMkLst>
            <pc:docMk/>
            <pc:sldMk cId="1254917056" sldId="278"/>
            <ac:cxnSpMk id="98" creationId="{746A3304-3F41-68E8-F0C2-FD9D5F36354C}"/>
          </ac:cxnSpMkLst>
        </pc:cxnChg>
        <pc:cxnChg chg="del">
          <ac:chgData name="남 혜진" userId="5034646ee10f0899" providerId="LiveId" clId="{EA31AB20-3148-462E-949D-537FE2E3711C}" dt="2022-08-29T14:03:13.839" v="898" actId="478"/>
          <ac:cxnSpMkLst>
            <pc:docMk/>
            <pc:sldMk cId="1254917056" sldId="278"/>
            <ac:cxnSpMk id="99" creationId="{037B02EB-BB8C-B6ED-21AA-4993121613FD}"/>
          </ac:cxnSpMkLst>
        </pc:cxnChg>
      </pc:sldChg>
      <pc:sldChg chg="delSp modSp add mod">
        <pc:chgData name="남 혜진" userId="5034646ee10f0899" providerId="LiveId" clId="{EA31AB20-3148-462E-949D-537FE2E3711C}" dt="2022-08-29T14:11:35.052" v="1035" actId="1076"/>
        <pc:sldMkLst>
          <pc:docMk/>
          <pc:sldMk cId="1090282545" sldId="279"/>
        </pc:sldMkLst>
        <pc:spChg chg="mod">
          <ac:chgData name="남 혜진" userId="5034646ee10f0899" providerId="LiveId" clId="{EA31AB20-3148-462E-949D-537FE2E3711C}" dt="2022-08-29T14:10:23.852" v="1025" actId="1076"/>
          <ac:spMkLst>
            <pc:docMk/>
            <pc:sldMk cId="1090282545" sldId="279"/>
            <ac:spMk id="93" creationId="{C518F687-3FF8-F9B0-0B12-117C0982D816}"/>
          </ac:spMkLst>
        </pc:spChg>
        <pc:spChg chg="mod">
          <ac:chgData name="남 혜진" userId="5034646ee10f0899" providerId="LiveId" clId="{EA31AB20-3148-462E-949D-537FE2E3711C}" dt="2022-08-29T14:09:59.306" v="972"/>
          <ac:spMkLst>
            <pc:docMk/>
            <pc:sldMk cId="1090282545" sldId="279"/>
            <ac:spMk id="94" creationId="{6E820480-00DC-6BA3-2716-46D350C917C5}"/>
          </ac:spMkLst>
        </pc:spChg>
        <pc:spChg chg="mod">
          <ac:chgData name="남 혜진" userId="5034646ee10f0899" providerId="LiveId" clId="{EA31AB20-3148-462E-949D-537FE2E3711C}" dt="2022-08-29T14:10:29.011" v="1026" actId="1076"/>
          <ac:spMkLst>
            <pc:docMk/>
            <pc:sldMk cId="1090282545" sldId="279"/>
            <ac:spMk id="101" creationId="{0C3D9601-0448-69D6-C48D-F482EEA9853F}"/>
          </ac:spMkLst>
        </pc:spChg>
        <pc:spChg chg="mod">
          <ac:chgData name="남 혜진" userId="5034646ee10f0899" providerId="LiveId" clId="{EA31AB20-3148-462E-949D-537FE2E3711C}" dt="2022-08-29T14:10:53.419" v="1030" actId="1076"/>
          <ac:spMkLst>
            <pc:docMk/>
            <pc:sldMk cId="1090282545" sldId="279"/>
            <ac:spMk id="102" creationId="{258F06D8-4FEA-1790-6C46-6FD078904021}"/>
          </ac:spMkLst>
        </pc:spChg>
        <pc:spChg chg="mod">
          <ac:chgData name="남 혜진" userId="5034646ee10f0899" providerId="LiveId" clId="{EA31AB20-3148-462E-949D-537FE2E3711C}" dt="2022-08-29T14:11:19.355" v="1033" actId="1076"/>
          <ac:spMkLst>
            <pc:docMk/>
            <pc:sldMk cId="1090282545" sldId="279"/>
            <ac:spMk id="103" creationId="{313EA719-E420-B64F-F4C6-F4AAAABF84B3}"/>
          </ac:spMkLst>
        </pc:spChg>
        <pc:spChg chg="mod">
          <ac:chgData name="남 혜진" userId="5034646ee10f0899" providerId="LiveId" clId="{EA31AB20-3148-462E-949D-537FE2E3711C}" dt="2022-08-29T14:11:35.052" v="1035" actId="1076"/>
          <ac:spMkLst>
            <pc:docMk/>
            <pc:sldMk cId="1090282545" sldId="279"/>
            <ac:spMk id="104" creationId="{4E9B161C-B388-355A-E928-9F0CEBD28A47}"/>
          </ac:spMkLst>
        </pc:spChg>
        <pc:spChg chg="mod topLvl">
          <ac:chgData name="남 혜진" userId="5034646ee10f0899" providerId="LiveId" clId="{EA31AB20-3148-462E-949D-537FE2E3711C}" dt="2022-08-29T14:07:50.302" v="944" actId="207"/>
          <ac:spMkLst>
            <pc:docMk/>
            <pc:sldMk cId="1090282545" sldId="279"/>
            <ac:spMk id="105" creationId="{C4AA3CC7-9944-4F12-F3A2-F59F28BFC77D}"/>
          </ac:spMkLst>
        </pc:spChg>
        <pc:spChg chg="mod topLvl">
          <ac:chgData name="남 혜진" userId="5034646ee10f0899" providerId="LiveId" clId="{EA31AB20-3148-462E-949D-537FE2E3711C}" dt="2022-08-29T14:08:09.962" v="948" actId="207"/>
          <ac:spMkLst>
            <pc:docMk/>
            <pc:sldMk cId="1090282545" sldId="279"/>
            <ac:spMk id="112" creationId="{B4B1D947-2F64-3BC2-37D4-7F425674C519}"/>
          </ac:spMkLst>
        </pc:spChg>
        <pc:spChg chg="mod topLvl">
          <ac:chgData name="남 혜진" userId="5034646ee10f0899" providerId="LiveId" clId="{EA31AB20-3148-462E-949D-537FE2E3711C}" dt="2022-08-29T14:09:32.073" v="954" actId="207"/>
          <ac:spMkLst>
            <pc:docMk/>
            <pc:sldMk cId="1090282545" sldId="279"/>
            <ac:spMk id="115" creationId="{8723D6F5-328A-1573-9581-840A078C0E7F}"/>
          </ac:spMkLst>
        </pc:spChg>
        <pc:spChg chg="mod topLvl">
          <ac:chgData name="남 혜진" userId="5034646ee10f0899" providerId="LiveId" clId="{EA31AB20-3148-462E-949D-537FE2E3711C}" dt="2022-08-29T14:09:42.710" v="956" actId="207"/>
          <ac:spMkLst>
            <pc:docMk/>
            <pc:sldMk cId="1090282545" sldId="279"/>
            <ac:spMk id="118" creationId="{9E825027-1CA9-A0DD-3C84-57D09D6CF48A}"/>
          </ac:spMkLst>
        </pc:spChg>
        <pc:grpChg chg="del">
          <ac:chgData name="남 혜진" userId="5034646ee10f0899" providerId="LiveId" clId="{EA31AB20-3148-462E-949D-537FE2E3711C}" dt="2022-08-29T14:06:46.114" v="940" actId="165"/>
          <ac:grpSpMkLst>
            <pc:docMk/>
            <pc:sldMk cId="1090282545" sldId="279"/>
            <ac:grpSpMk id="107" creationId="{06CE4E7A-5C8D-5E2C-805D-9B80B1B40E06}"/>
          </ac:grpSpMkLst>
        </pc:grpChg>
        <pc:grpChg chg="del">
          <ac:chgData name="남 혜진" userId="5034646ee10f0899" providerId="LiveId" clId="{EA31AB20-3148-462E-949D-537FE2E3711C}" dt="2022-08-29T14:07:58.773" v="945" actId="165"/>
          <ac:grpSpMkLst>
            <pc:docMk/>
            <pc:sldMk cId="1090282545" sldId="279"/>
            <ac:grpSpMk id="111" creationId="{277EA191-C5D8-F8C1-BD28-523759775B32}"/>
          </ac:grpSpMkLst>
        </pc:grpChg>
        <pc:grpChg chg="del">
          <ac:chgData name="남 혜진" userId="5034646ee10f0899" providerId="LiveId" clId="{EA31AB20-3148-462E-949D-537FE2E3711C}" dt="2022-08-29T14:08:18.797" v="949" actId="165"/>
          <ac:grpSpMkLst>
            <pc:docMk/>
            <pc:sldMk cId="1090282545" sldId="279"/>
            <ac:grpSpMk id="114" creationId="{FB6BD02D-9A96-3F71-3193-8DC877424E3A}"/>
          </ac:grpSpMkLst>
        </pc:grpChg>
        <pc:grpChg chg="del">
          <ac:chgData name="남 혜진" userId="5034646ee10f0899" providerId="LiveId" clId="{EA31AB20-3148-462E-949D-537FE2E3711C}" dt="2022-08-29T14:08:32.240" v="951" actId="165"/>
          <ac:grpSpMkLst>
            <pc:docMk/>
            <pc:sldMk cId="1090282545" sldId="279"/>
            <ac:grpSpMk id="117" creationId="{C1ECC79E-0374-0B58-E840-F1955596AE22}"/>
          </ac:grpSpMkLst>
        </pc:grpChg>
        <pc:picChg chg="del mod topLvl">
          <ac:chgData name="남 혜진" userId="5034646ee10f0899" providerId="LiveId" clId="{EA31AB20-3148-462E-949D-537FE2E3711C}" dt="2022-08-29T14:06:49.490" v="941" actId="478"/>
          <ac:picMkLst>
            <pc:docMk/>
            <pc:sldMk cId="1090282545" sldId="279"/>
            <ac:picMk id="106" creationId="{5B87AA8B-1439-05D3-4F74-4A217C9548B1}"/>
          </ac:picMkLst>
        </pc:picChg>
        <pc:picChg chg="del mod topLvl">
          <ac:chgData name="남 혜진" userId="5034646ee10f0899" providerId="LiveId" clId="{EA31AB20-3148-462E-949D-537FE2E3711C}" dt="2022-08-29T14:08:02.430" v="946" actId="478"/>
          <ac:picMkLst>
            <pc:docMk/>
            <pc:sldMk cId="1090282545" sldId="279"/>
            <ac:picMk id="113" creationId="{9AF9A0AF-7138-AADC-78DE-615C89AA5F76}"/>
          </ac:picMkLst>
        </pc:picChg>
        <pc:picChg chg="del mod topLvl">
          <ac:chgData name="남 혜진" userId="5034646ee10f0899" providerId="LiveId" clId="{EA31AB20-3148-462E-949D-537FE2E3711C}" dt="2022-08-29T14:08:22.607" v="950" actId="478"/>
          <ac:picMkLst>
            <pc:docMk/>
            <pc:sldMk cId="1090282545" sldId="279"/>
            <ac:picMk id="116" creationId="{16F11FCE-EFC4-FFDD-9653-72E1CF7EA1F7}"/>
          </ac:picMkLst>
        </pc:picChg>
        <pc:picChg chg="del mod topLvl">
          <ac:chgData name="남 혜진" userId="5034646ee10f0899" providerId="LiveId" clId="{EA31AB20-3148-462E-949D-537FE2E3711C}" dt="2022-08-29T14:08:36.244" v="952" actId="478"/>
          <ac:picMkLst>
            <pc:docMk/>
            <pc:sldMk cId="1090282545" sldId="279"/>
            <ac:picMk id="119" creationId="{7541F7C2-BF97-B128-D884-43D8ED1CD7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69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6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8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6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75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22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3481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47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17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02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00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B5FDC-E8B3-4E63-8F22-5606F7ADC34A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16FF9-B4A4-40AE-B501-221E04966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44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62AA64-69AB-3704-82B0-E97AF664D2DE}"/>
              </a:ext>
            </a:extLst>
          </p:cNvPr>
          <p:cNvSpPr txBox="1"/>
          <p:nvPr/>
        </p:nvSpPr>
        <p:spPr>
          <a:xfrm>
            <a:off x="5205819" y="1841077"/>
            <a:ext cx="5219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Smart</a:t>
            </a:r>
          </a:p>
          <a:p>
            <a:r>
              <a:rPr lang="en-US" altLang="ko-KR" sz="60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Premiere</a:t>
            </a:r>
            <a:endParaRPr lang="ko-KR" altLang="en-US" sz="60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9BE74-DC37-3341-AB88-1078115C9AB6}"/>
              </a:ext>
            </a:extLst>
          </p:cNvPr>
          <p:cNvSpPr txBox="1"/>
          <p:nvPr/>
        </p:nvSpPr>
        <p:spPr>
          <a:xfrm>
            <a:off x="5205819" y="4580169"/>
            <a:ext cx="3162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정도윤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19" y="1841077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9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12191999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25697-323F-7D2A-AE53-D21F6B01508A}"/>
              </a:ext>
            </a:extLst>
          </p:cNvPr>
          <p:cNvSpPr txBox="1"/>
          <p:nvPr/>
        </p:nvSpPr>
        <p:spPr>
          <a:xfrm>
            <a:off x="410658" y="1863789"/>
            <a:ext cx="2208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 프리미어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66392CA-4390-8AC8-5059-8B9E15817ACB}"/>
              </a:ext>
            </a:extLst>
          </p:cNvPr>
          <p:cNvGrpSpPr/>
          <p:nvPr/>
        </p:nvGrpSpPr>
        <p:grpSpPr>
          <a:xfrm>
            <a:off x="271397" y="5211043"/>
            <a:ext cx="11920603" cy="15572"/>
            <a:chOff x="271397" y="5211043"/>
            <a:chExt cx="11920603" cy="15572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823FF26-FC9B-1E09-1849-C57B7DCC9230}"/>
                </a:ext>
              </a:extLst>
            </p:cNvPr>
            <p:cNvCxnSpPr>
              <a:cxnSpLocks/>
            </p:cNvCxnSpPr>
            <p:nvPr/>
          </p:nvCxnSpPr>
          <p:spPr>
            <a:xfrm>
              <a:off x="2293062" y="5219167"/>
              <a:ext cx="1992086" cy="3724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7C3763F-2FF7-369E-EF30-A212645D6792}"/>
                </a:ext>
              </a:extLst>
            </p:cNvPr>
            <p:cNvCxnSpPr>
              <a:cxnSpLocks/>
            </p:cNvCxnSpPr>
            <p:nvPr/>
          </p:nvCxnSpPr>
          <p:spPr>
            <a:xfrm>
              <a:off x="4324870" y="5215443"/>
              <a:ext cx="1992086" cy="3724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8BA7DBE-050E-B5BF-A120-C1E85B22F0EC}"/>
                </a:ext>
              </a:extLst>
            </p:cNvPr>
            <p:cNvCxnSpPr>
              <a:cxnSpLocks/>
            </p:cNvCxnSpPr>
            <p:nvPr/>
          </p:nvCxnSpPr>
          <p:spPr>
            <a:xfrm>
              <a:off x="6356678" y="5222891"/>
              <a:ext cx="1992086" cy="3724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20C62233-1E0A-B15C-90E2-BDDEF667DC1E}"/>
                </a:ext>
              </a:extLst>
            </p:cNvPr>
            <p:cNvCxnSpPr>
              <a:cxnSpLocks/>
            </p:cNvCxnSpPr>
            <p:nvPr/>
          </p:nvCxnSpPr>
          <p:spPr>
            <a:xfrm>
              <a:off x="8428208" y="5222891"/>
              <a:ext cx="1992086" cy="3724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E92DCF3-E3D0-9AF3-D9BA-73B1FDC19E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0294" y="5215443"/>
              <a:ext cx="1771706" cy="7448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152E19A1-14B6-5BBB-8D60-339B7E32D4DD}"/>
                </a:ext>
              </a:extLst>
            </p:cNvPr>
            <p:cNvCxnSpPr>
              <a:cxnSpLocks/>
            </p:cNvCxnSpPr>
            <p:nvPr/>
          </p:nvCxnSpPr>
          <p:spPr>
            <a:xfrm>
              <a:off x="271397" y="5211043"/>
              <a:ext cx="1992086" cy="3724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E45C7CB7-ECFC-D4BE-875E-2C08A730010B}"/>
              </a:ext>
            </a:extLst>
          </p:cNvPr>
          <p:cNvGrpSpPr/>
          <p:nvPr/>
        </p:nvGrpSpPr>
        <p:grpSpPr>
          <a:xfrm>
            <a:off x="403758" y="5436931"/>
            <a:ext cx="1993099" cy="830997"/>
            <a:chOff x="546404" y="5306085"/>
            <a:chExt cx="1993099" cy="83099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1E4B742-32D6-B592-99A4-50C31F9A355C}"/>
                </a:ext>
              </a:extLst>
            </p:cNvPr>
            <p:cNvSpPr txBox="1"/>
            <p:nvPr/>
          </p:nvSpPr>
          <p:spPr>
            <a:xfrm>
              <a:off x="546404" y="5306085"/>
              <a:ext cx="6190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4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6C7661-4F9A-04A5-92DB-3D9DE4CA470A}"/>
                </a:ext>
              </a:extLst>
            </p:cNvPr>
            <p:cNvSpPr txBox="1"/>
            <p:nvPr/>
          </p:nvSpPr>
          <p:spPr>
            <a:xfrm>
              <a:off x="935218" y="5665108"/>
              <a:ext cx="160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기획배경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F68A62A-1382-F6B8-244B-5BC2FA193783}"/>
              </a:ext>
            </a:extLst>
          </p:cNvPr>
          <p:cNvGrpSpPr/>
          <p:nvPr/>
        </p:nvGrpSpPr>
        <p:grpSpPr>
          <a:xfrm>
            <a:off x="2543946" y="4235075"/>
            <a:ext cx="1993099" cy="830997"/>
            <a:chOff x="2563100" y="4207033"/>
            <a:chExt cx="1993099" cy="83099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6BAFF73-C443-00D1-DED1-80E0F0DB4997}"/>
                </a:ext>
              </a:extLst>
            </p:cNvPr>
            <p:cNvSpPr txBox="1"/>
            <p:nvPr/>
          </p:nvSpPr>
          <p:spPr>
            <a:xfrm>
              <a:off x="2563100" y="4207033"/>
              <a:ext cx="6190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4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0171534-3FA6-E093-1D24-82CD5CE99FC1}"/>
                </a:ext>
              </a:extLst>
            </p:cNvPr>
            <p:cNvSpPr txBox="1"/>
            <p:nvPr/>
          </p:nvSpPr>
          <p:spPr>
            <a:xfrm>
              <a:off x="2951914" y="4566056"/>
              <a:ext cx="160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시장조사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EFB93A3-5B05-DD9C-18F2-31F6C2840305}"/>
              </a:ext>
            </a:extLst>
          </p:cNvPr>
          <p:cNvGrpSpPr/>
          <p:nvPr/>
        </p:nvGrpSpPr>
        <p:grpSpPr>
          <a:xfrm>
            <a:off x="4324870" y="5303511"/>
            <a:ext cx="1993099" cy="830997"/>
            <a:chOff x="4545429" y="5410163"/>
            <a:chExt cx="1993099" cy="83099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3A4511-86F2-E76F-C0E0-B17344B8F569}"/>
                </a:ext>
              </a:extLst>
            </p:cNvPr>
            <p:cNvSpPr txBox="1"/>
            <p:nvPr/>
          </p:nvSpPr>
          <p:spPr>
            <a:xfrm>
              <a:off x="4545429" y="5410163"/>
              <a:ext cx="6190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4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EC9D921-DE73-EA1B-CCEE-91BE9108F813}"/>
                </a:ext>
              </a:extLst>
            </p:cNvPr>
            <p:cNvSpPr txBox="1"/>
            <p:nvPr/>
          </p:nvSpPr>
          <p:spPr>
            <a:xfrm>
              <a:off x="4934243" y="5769186"/>
              <a:ext cx="160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주요기능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46F1F47-6C12-15C8-FC8E-1F36DEFF948A}"/>
              </a:ext>
            </a:extLst>
          </p:cNvPr>
          <p:cNvGrpSpPr/>
          <p:nvPr/>
        </p:nvGrpSpPr>
        <p:grpSpPr>
          <a:xfrm>
            <a:off x="6435109" y="4221242"/>
            <a:ext cx="1993099" cy="830997"/>
            <a:chOff x="4545429" y="5410163"/>
            <a:chExt cx="1993099" cy="83099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38EAFA-F5A1-A031-1386-A3BE1D64ADBA}"/>
                </a:ext>
              </a:extLst>
            </p:cNvPr>
            <p:cNvSpPr txBox="1"/>
            <p:nvPr/>
          </p:nvSpPr>
          <p:spPr>
            <a:xfrm>
              <a:off x="4545429" y="5410163"/>
              <a:ext cx="6190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4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BBFCF9F-357C-1DAB-CE0F-AB63C000C448}"/>
                </a:ext>
              </a:extLst>
            </p:cNvPr>
            <p:cNvSpPr txBox="1"/>
            <p:nvPr/>
          </p:nvSpPr>
          <p:spPr>
            <a:xfrm>
              <a:off x="4934243" y="5769186"/>
              <a:ext cx="160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역할분담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FE5F392-156E-4B91-2EC7-30823909A15E}"/>
              </a:ext>
            </a:extLst>
          </p:cNvPr>
          <p:cNvGrpSpPr/>
          <p:nvPr/>
        </p:nvGrpSpPr>
        <p:grpSpPr>
          <a:xfrm>
            <a:off x="8719578" y="5436931"/>
            <a:ext cx="1993099" cy="830997"/>
            <a:chOff x="4545429" y="5410163"/>
            <a:chExt cx="1993099" cy="83099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B0737C2-D3C0-3502-4ABD-E9B37AB2C383}"/>
                </a:ext>
              </a:extLst>
            </p:cNvPr>
            <p:cNvSpPr txBox="1"/>
            <p:nvPr/>
          </p:nvSpPr>
          <p:spPr>
            <a:xfrm>
              <a:off x="4545429" y="5410163"/>
              <a:ext cx="6190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4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B7710A5-3C81-DBF1-87BA-B1FF2FA259DF}"/>
                </a:ext>
              </a:extLst>
            </p:cNvPr>
            <p:cNvSpPr txBox="1"/>
            <p:nvPr/>
          </p:nvSpPr>
          <p:spPr>
            <a:xfrm>
              <a:off x="4934243" y="5769186"/>
              <a:ext cx="160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개발주기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29DED7E-CAB9-1E4B-F1EF-9ED2DADE0A56}"/>
              </a:ext>
            </a:extLst>
          </p:cNvPr>
          <p:cNvSpPr txBox="1"/>
          <p:nvPr/>
        </p:nvSpPr>
        <p:spPr>
          <a:xfrm>
            <a:off x="402771" y="1277250"/>
            <a:ext cx="4282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Smart Premiere</a:t>
            </a:r>
            <a:endParaRPr lang="ko-KR" altLang="en-US" sz="32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233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기획배경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95300" y="1202089"/>
            <a:ext cx="28321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2800" b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인구 </a:t>
            </a:r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노령화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5300" y="3390900"/>
            <a:ext cx="28321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숙련된 노동자 감소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76700" y="1202089"/>
            <a:ext cx="33020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제품의 수명주기</a:t>
            </a:r>
            <a:endParaRPr lang="en-US" altLang="ko-KR" sz="2800" b="1" dirty="0" smtClean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(PLC)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4076700" y="3390900"/>
            <a:ext cx="33020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감소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8128000" y="1202089"/>
            <a:ext cx="33020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소비자의 </a:t>
            </a:r>
            <a:r>
              <a:rPr lang="ko-KR" altLang="en-US" sz="2800" b="1" dirty="0" err="1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니즈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8128000" y="3390900"/>
            <a:ext cx="3302000" cy="990600"/>
          </a:xfrm>
          <a:prstGeom prst="roundRect">
            <a:avLst>
              <a:gd name="adj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다변화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4076700" y="5207000"/>
            <a:ext cx="3302000" cy="990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스마트팩토리</a:t>
            </a:r>
            <a:endParaRPr lang="ko-KR" altLang="en-US" sz="2800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아래쪽 화살표 3"/>
          <p:cNvSpPr/>
          <p:nvPr/>
        </p:nvSpPr>
        <p:spPr>
          <a:xfrm>
            <a:off x="4513277" y="4381500"/>
            <a:ext cx="2567031" cy="82550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아래쪽 화살표 4"/>
          <p:cNvSpPr/>
          <p:nvPr/>
        </p:nvSpPr>
        <p:spPr>
          <a:xfrm>
            <a:off x="1609346" y="2192689"/>
            <a:ext cx="604008" cy="1198211"/>
          </a:xfrm>
          <a:prstGeom prst="downArrow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>
            <a:off x="5425696" y="2192688"/>
            <a:ext cx="604008" cy="1198211"/>
          </a:xfrm>
          <a:prstGeom prst="downArrow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아래쪽 화살표 17"/>
          <p:cNvSpPr/>
          <p:nvPr/>
        </p:nvSpPr>
        <p:spPr>
          <a:xfrm>
            <a:off x="9476996" y="2192688"/>
            <a:ext cx="604008" cy="1198211"/>
          </a:xfrm>
          <a:prstGeom prst="downArrow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21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기획배경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564"/>
            <a:ext cx="10698758" cy="547530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47245" y="6391640"/>
            <a:ext cx="100388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스마트제조혁신추진단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홈페이지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(https://www.smart-factory.kr/smartFactoryIntro)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재구성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2021. 11. 23.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접속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02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기획배경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9" y="988114"/>
            <a:ext cx="6358856" cy="41609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524" y="988113"/>
            <a:ext cx="5536822" cy="4136387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214870" y="5974838"/>
            <a:ext cx="3669234" cy="316906"/>
            <a:chOff x="100669" y="5651163"/>
            <a:chExt cx="5847126" cy="54818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69" y="5655648"/>
              <a:ext cx="1296522" cy="543703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1702" y="5710304"/>
              <a:ext cx="1927174" cy="43439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29348" y="5651163"/>
              <a:ext cx="2218447" cy="548188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122590" y="5639106"/>
            <a:ext cx="3084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대,중소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상생형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스마트공장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지원사업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0671" y="5381325"/>
            <a:ext cx="5854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출처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1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기획배경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0" y="850426"/>
            <a:ext cx="6556239" cy="4907561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214870" y="6495137"/>
            <a:ext cx="3669234" cy="316906"/>
            <a:chOff x="100669" y="5651163"/>
            <a:chExt cx="5847126" cy="54818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669" y="5655648"/>
              <a:ext cx="1296522" cy="543703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1702" y="5710304"/>
              <a:ext cx="1927174" cy="43439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29348" y="5651163"/>
              <a:ext cx="2218447" cy="548188"/>
            </a:xfrm>
            <a:prstGeom prst="rect">
              <a:avLst/>
            </a:prstGeom>
          </p:spPr>
        </p:pic>
      </p:grpSp>
      <p:sp>
        <p:nvSpPr>
          <p:cNvPr id="9" name="직사각형 8"/>
          <p:cNvSpPr/>
          <p:nvPr/>
        </p:nvSpPr>
        <p:spPr>
          <a:xfrm>
            <a:off x="122590" y="6159405"/>
            <a:ext cx="3084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대,중소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상생형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스마트공장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지원사업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0671" y="5901624"/>
            <a:ext cx="5854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출처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01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시장조사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908696"/>
            <a:ext cx="6203445" cy="26275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697" y="3623524"/>
            <a:ext cx="6203445" cy="2654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771" y="6365751"/>
            <a:ext cx="8187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4, 5) Smart Factory Market with COVID-19 Impact – Global Forecast to 2026, 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Market and markets(2021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). 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830510" y="3145872"/>
            <a:ext cx="577570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830510" y="3405930"/>
            <a:ext cx="577570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002436" y="5880683"/>
            <a:ext cx="577570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002436" y="6149130"/>
            <a:ext cx="577570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05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C23C1C-7F12-36FD-E994-AD576B59CC1B}"/>
              </a:ext>
            </a:extLst>
          </p:cNvPr>
          <p:cNvSpPr/>
          <p:nvPr/>
        </p:nvSpPr>
        <p:spPr>
          <a:xfrm>
            <a:off x="402771" y="952833"/>
            <a:ext cx="1509094" cy="247616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55871" y="952833"/>
            <a:ext cx="9611586" cy="56879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E34E-2038-2AF4-6966-05C5EA32A5FD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247E-1430-516C-4A92-9FE7E8221A26}"/>
              </a:ext>
            </a:extLst>
          </p:cNvPr>
          <p:cNvSpPr txBox="1"/>
          <p:nvPr/>
        </p:nvSpPr>
        <p:spPr>
          <a:xfrm>
            <a:off x="563130" y="1142811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 화면</a:t>
            </a:r>
            <a:endParaRPr lang="ko-KR" altLang="en-US" b="1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6CAE3-BC4B-C9B9-8FFC-603630DDC7F0}"/>
              </a:ext>
            </a:extLst>
          </p:cNvPr>
          <p:cNvSpPr txBox="1"/>
          <p:nvPr/>
        </p:nvSpPr>
        <p:spPr>
          <a:xfrm>
            <a:off x="563130" y="1447574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등록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985D-F8EA-81C0-ABE5-55FAC4C2C078}"/>
              </a:ext>
            </a:extLst>
          </p:cNvPr>
          <p:cNvSpPr txBox="1"/>
          <p:nvPr/>
        </p:nvSpPr>
        <p:spPr>
          <a:xfrm>
            <a:off x="563130" y="1759897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 등록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066206"/>
            <a:ext cx="94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장비 상태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999" y="1174546"/>
            <a:ext cx="8146886" cy="52445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372515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현황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31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C23C1C-7F12-36FD-E994-AD576B59CC1B}"/>
              </a:ext>
            </a:extLst>
          </p:cNvPr>
          <p:cNvSpPr/>
          <p:nvPr/>
        </p:nvSpPr>
        <p:spPr>
          <a:xfrm>
            <a:off x="402771" y="952833"/>
            <a:ext cx="1509094" cy="247616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55871" y="952833"/>
            <a:ext cx="9611586" cy="56879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E34E-2038-2AF4-6966-05C5EA32A5FD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247E-1430-516C-4A92-9FE7E8221A26}"/>
              </a:ext>
            </a:extLst>
          </p:cNvPr>
          <p:cNvSpPr txBox="1"/>
          <p:nvPr/>
        </p:nvSpPr>
        <p:spPr>
          <a:xfrm>
            <a:off x="563130" y="1142811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 화면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6CAE3-BC4B-C9B9-8FFC-603630DDC7F0}"/>
              </a:ext>
            </a:extLst>
          </p:cNvPr>
          <p:cNvSpPr txBox="1"/>
          <p:nvPr/>
        </p:nvSpPr>
        <p:spPr>
          <a:xfrm>
            <a:off x="563130" y="1447574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44546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등록</a:t>
            </a:r>
            <a:endParaRPr lang="ko-KR" altLang="en-US" b="1" dirty="0">
              <a:solidFill>
                <a:srgbClr val="44546A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985D-F8EA-81C0-ABE5-55FAC4C2C078}"/>
              </a:ext>
            </a:extLst>
          </p:cNvPr>
          <p:cNvSpPr txBox="1"/>
          <p:nvPr/>
        </p:nvSpPr>
        <p:spPr>
          <a:xfrm>
            <a:off x="563130" y="1759897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 등록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066206"/>
            <a:ext cx="94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장비 상태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98" y="1168627"/>
            <a:ext cx="8198332" cy="52563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372515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현황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413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C23C1C-7F12-36FD-E994-AD576B59CC1B}"/>
              </a:ext>
            </a:extLst>
          </p:cNvPr>
          <p:cNvSpPr/>
          <p:nvPr/>
        </p:nvSpPr>
        <p:spPr>
          <a:xfrm>
            <a:off x="402771" y="952833"/>
            <a:ext cx="1509094" cy="247616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55871" y="952833"/>
            <a:ext cx="9611586" cy="56879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E34E-2038-2AF4-6966-05C5EA32A5FD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247E-1430-516C-4A92-9FE7E8221A26}"/>
              </a:ext>
            </a:extLst>
          </p:cNvPr>
          <p:cNvSpPr txBox="1"/>
          <p:nvPr/>
        </p:nvSpPr>
        <p:spPr>
          <a:xfrm>
            <a:off x="563130" y="1142811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 화면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6CAE3-BC4B-C9B9-8FFC-603630DDC7F0}"/>
              </a:ext>
            </a:extLst>
          </p:cNvPr>
          <p:cNvSpPr txBox="1"/>
          <p:nvPr/>
        </p:nvSpPr>
        <p:spPr>
          <a:xfrm>
            <a:off x="563130" y="1447574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등록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985D-F8EA-81C0-ABE5-55FAC4C2C078}"/>
              </a:ext>
            </a:extLst>
          </p:cNvPr>
          <p:cNvSpPr txBox="1"/>
          <p:nvPr/>
        </p:nvSpPr>
        <p:spPr>
          <a:xfrm>
            <a:off x="563130" y="1759897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44546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 등록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066206"/>
            <a:ext cx="94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장비 상태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646" y="1046933"/>
            <a:ext cx="8499592" cy="54997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372515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현황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62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C23C1C-7F12-36FD-E994-AD576B59CC1B}"/>
              </a:ext>
            </a:extLst>
          </p:cNvPr>
          <p:cNvSpPr/>
          <p:nvPr/>
        </p:nvSpPr>
        <p:spPr>
          <a:xfrm>
            <a:off x="402771" y="952833"/>
            <a:ext cx="1509094" cy="247616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55871" y="952833"/>
            <a:ext cx="9611586" cy="56879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E34E-2038-2AF4-6966-05C5EA32A5FD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247E-1430-516C-4A92-9FE7E8221A26}"/>
              </a:ext>
            </a:extLst>
          </p:cNvPr>
          <p:cNvSpPr txBox="1"/>
          <p:nvPr/>
        </p:nvSpPr>
        <p:spPr>
          <a:xfrm>
            <a:off x="563130" y="1142811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 화면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6CAE3-BC4B-C9B9-8FFC-603630DDC7F0}"/>
              </a:ext>
            </a:extLst>
          </p:cNvPr>
          <p:cNvSpPr txBox="1"/>
          <p:nvPr/>
        </p:nvSpPr>
        <p:spPr>
          <a:xfrm>
            <a:off x="563130" y="1447574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등록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985D-F8EA-81C0-ABE5-55FAC4C2C078}"/>
              </a:ext>
            </a:extLst>
          </p:cNvPr>
          <p:cNvSpPr txBox="1"/>
          <p:nvPr/>
        </p:nvSpPr>
        <p:spPr>
          <a:xfrm>
            <a:off x="563130" y="1759897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 등록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066206"/>
            <a:ext cx="94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44546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장비 상태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688" y="1142811"/>
            <a:ext cx="8321508" cy="53666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372515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현황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23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FC23C1C-7F12-36FD-E994-AD576B59CC1B}"/>
              </a:ext>
            </a:extLst>
          </p:cNvPr>
          <p:cNvSpPr/>
          <p:nvPr/>
        </p:nvSpPr>
        <p:spPr>
          <a:xfrm>
            <a:off x="402771" y="952833"/>
            <a:ext cx="1509094" cy="247616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55871" y="952833"/>
            <a:ext cx="9611586" cy="56879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E34E-2038-2AF4-6966-05C5EA32A5FD}"/>
              </a:ext>
            </a:extLst>
          </p:cNvPr>
          <p:cNvSpPr txBox="1"/>
          <p:nvPr/>
        </p:nvSpPr>
        <p:spPr>
          <a:xfrm>
            <a:off x="0" y="337457"/>
            <a:ext cx="246017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247E-1430-516C-4A92-9FE7E8221A26}"/>
              </a:ext>
            </a:extLst>
          </p:cNvPr>
          <p:cNvSpPr txBox="1"/>
          <p:nvPr/>
        </p:nvSpPr>
        <p:spPr>
          <a:xfrm>
            <a:off x="563130" y="1142811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메인 화면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6CAE3-BC4B-C9B9-8FFC-603630DDC7F0}"/>
              </a:ext>
            </a:extLst>
          </p:cNvPr>
          <p:cNvSpPr txBox="1"/>
          <p:nvPr/>
        </p:nvSpPr>
        <p:spPr>
          <a:xfrm>
            <a:off x="563130" y="1447574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등록</a:t>
            </a:r>
            <a:endParaRPr lang="ko-KR" altLang="en-US" b="1" dirty="0">
              <a:solidFill>
                <a:srgbClr val="CDCDC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985D-F8EA-81C0-ABE5-55FAC4C2C078}"/>
              </a:ext>
            </a:extLst>
          </p:cNvPr>
          <p:cNvSpPr txBox="1"/>
          <p:nvPr/>
        </p:nvSpPr>
        <p:spPr>
          <a:xfrm>
            <a:off x="563130" y="1759897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제품 등록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066206"/>
            <a:ext cx="94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CDCD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장비 상태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492" y="1122900"/>
            <a:ext cx="3811900" cy="5347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5BCA6A-8EE8-2FD9-F827-06BEB3C0BF7E}"/>
              </a:ext>
            </a:extLst>
          </p:cNvPr>
          <p:cNvSpPr txBox="1"/>
          <p:nvPr/>
        </p:nvSpPr>
        <p:spPr>
          <a:xfrm>
            <a:off x="563130" y="2372515"/>
            <a:ext cx="116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44546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현황</a:t>
            </a:r>
            <a:endParaRPr lang="ko-KR" altLang="en-US" b="1" dirty="0">
              <a:solidFill>
                <a:srgbClr val="44546A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14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F2101-8A21-C7E4-7899-2A9FC3E836A7}"/>
              </a:ext>
            </a:extLst>
          </p:cNvPr>
          <p:cNvSpPr txBox="1"/>
          <p:nvPr/>
        </p:nvSpPr>
        <p:spPr>
          <a:xfrm>
            <a:off x="402770" y="337457"/>
            <a:ext cx="11232759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 주기</a:t>
            </a:r>
            <a:endParaRPr lang="ko-KR" altLang="en-US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77974"/>
              </p:ext>
            </p:extLst>
          </p:nvPr>
        </p:nvGraphicFramePr>
        <p:xfrm>
          <a:off x="3333640" y="1103601"/>
          <a:ext cx="5371017" cy="4351335"/>
        </p:xfrm>
        <a:graphic>
          <a:graphicData uri="http://schemas.openxmlformats.org/drawingml/2006/table">
            <a:tbl>
              <a:tblPr/>
              <a:tblGrid>
                <a:gridCol w="466529">
                  <a:extLst>
                    <a:ext uri="{9D8B030D-6E8A-4147-A177-3AD203B41FA5}">
                      <a16:colId xmlns:a16="http://schemas.microsoft.com/office/drawing/2014/main" val="2381732109"/>
                    </a:ext>
                  </a:extLst>
                </a:gridCol>
                <a:gridCol w="2452244">
                  <a:extLst>
                    <a:ext uri="{9D8B030D-6E8A-4147-A177-3AD203B41FA5}">
                      <a16:colId xmlns:a16="http://schemas.microsoft.com/office/drawing/2014/main" val="1942225556"/>
                    </a:ext>
                  </a:extLst>
                </a:gridCol>
                <a:gridCol w="2452244">
                  <a:extLst>
                    <a:ext uri="{9D8B030D-6E8A-4147-A177-3AD203B41FA5}">
                      <a16:colId xmlns:a16="http://schemas.microsoft.com/office/drawing/2014/main" val="439970762"/>
                    </a:ext>
                  </a:extLst>
                </a:gridCol>
              </a:tblGrid>
              <a:tr h="2745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정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개발 내용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활동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772358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 발표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이노베이션클래스 프로그램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멘토링 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</a:t>
                      </a:r>
                      <a:endParaRPr lang="en-US" altLang="ko-KR" sz="9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67351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기획 및 시스템 설계</a:t>
                      </a:r>
                      <a:endParaRPr lang="en-US" altLang="ko-KR" sz="900" kern="0" spc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UI 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 설계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504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UI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데이터베이스 설계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발표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60794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구현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• 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모의</a:t>
                      </a:r>
                      <a:r>
                        <a:rPr lang="en-US" altLang="ko-KR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IR</a:t>
                      </a:r>
                      <a:r>
                        <a:rPr lang="ko-KR" altLang="en-US" sz="900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피칭데이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참가</a:t>
                      </a:r>
                      <a:endParaRPr lang="ko-KR" altLang="en-US" sz="900" kern="0" spc="0" dirty="0" smtClean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• </a:t>
                      </a:r>
                      <a:r>
                        <a:rPr lang="ko-KR" altLang="en-US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청년 창업지원사업</a:t>
                      </a:r>
                      <a:r>
                        <a:rPr lang="en-US" altLang="ko-KR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(AI</a:t>
                      </a:r>
                      <a:r>
                        <a:rPr lang="ko-KR" altLang="en-US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시제품제작지원사업</a:t>
                      </a:r>
                      <a:r>
                        <a:rPr lang="en-US" altLang="ko-KR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kern="0" spc="-11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참가</a:t>
                      </a:r>
                      <a:endParaRPr lang="ko-KR" altLang="en-US" sz="900" kern="0" spc="0" dirty="0" smtClean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356807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구현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741178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및 테스트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752733"/>
                  </a:ext>
                </a:extLst>
              </a:tr>
              <a:tr h="5823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</a:t>
                      </a:r>
                      <a:r>
                        <a:rPr lang="ko-KR" altLang="en-US" sz="9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 </a:t>
                      </a:r>
                      <a:r>
                        <a:rPr lang="ko-KR" altLang="en-US" sz="900" kern="0" spc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교류회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57596" marR="57596" marT="15924" marB="159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545344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8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DE4CE-8E9B-067D-ACCD-9DE3A2D0BDFF}"/>
              </a:ext>
            </a:extLst>
          </p:cNvPr>
          <p:cNvSpPr txBox="1"/>
          <p:nvPr/>
        </p:nvSpPr>
        <p:spPr>
          <a:xfrm>
            <a:off x="679994" y="5179530"/>
            <a:ext cx="485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감사합니다</a:t>
            </a:r>
            <a:endParaRPr lang="ko-KR" altLang="en-US" sz="60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12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256</Words>
  <Application>Microsoft Office PowerPoint</Application>
  <PresentationFormat>와이드스크린</PresentationFormat>
  <Paragraphs>91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나눔고딕</vt:lpstr>
      <vt:lpstr>맑은 고딕</vt:lpstr>
      <vt:lpstr>한양신명조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user5</dc:creator>
  <cp:lastModifiedBy>pc</cp:lastModifiedBy>
  <cp:revision>271</cp:revision>
  <dcterms:created xsi:type="dcterms:W3CDTF">2022-08-24T04:50:54Z</dcterms:created>
  <dcterms:modified xsi:type="dcterms:W3CDTF">2022-09-11T00:06:14Z</dcterms:modified>
</cp:coreProperties>
</file>